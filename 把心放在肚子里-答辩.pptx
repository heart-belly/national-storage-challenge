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67" r:id="rId3"/>
    <p:sldId id="368" r:id="rId5"/>
    <p:sldId id="369" r:id="rId6"/>
    <p:sldId id="258" r:id="rId7"/>
    <p:sldId id="437" r:id="rId8"/>
    <p:sldId id="468" r:id="rId9"/>
    <p:sldId id="400" r:id="rId10"/>
    <p:sldId id="401" r:id="rId11"/>
    <p:sldId id="469" r:id="rId12"/>
    <p:sldId id="470" r:id="rId13"/>
    <p:sldId id="471" r:id="rId14"/>
    <p:sldId id="472" r:id="rId15"/>
    <p:sldId id="438" r:id="rId16"/>
    <p:sldId id="439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39" userDrawn="1">
          <p15:clr>
            <a:srgbClr val="A4A3A4"/>
          </p15:clr>
        </p15:guide>
        <p15:guide id="4" pos="415" userDrawn="1">
          <p15:clr>
            <a:srgbClr val="A4A3A4"/>
          </p15:clr>
        </p15:guide>
        <p15:guide id="6" orient="horz" pos="1389" userDrawn="1">
          <p15:clr>
            <a:srgbClr val="A4A3A4"/>
          </p15:clr>
        </p15:guide>
        <p15:guide id="7" pos="7299" userDrawn="1">
          <p15:clr>
            <a:srgbClr val="A4A3A4"/>
          </p15:clr>
        </p15:guide>
        <p15:guide id="8" pos="936" userDrawn="1">
          <p15:clr>
            <a:srgbClr val="A4A3A4"/>
          </p15:clr>
        </p15:guide>
        <p15:guide id="9" pos="6739" userDrawn="1">
          <p15:clr>
            <a:srgbClr val="A4A3A4"/>
          </p15:clr>
        </p15:guide>
        <p15:guide id="10" orient="horz" pos="534" userDrawn="1">
          <p15:clr>
            <a:srgbClr val="A4A3A4"/>
          </p15:clr>
        </p15:guide>
        <p15:guide id="11" orient="horz" pos="16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C89"/>
    <a:srgbClr val="F6F7F7"/>
    <a:srgbClr val="FFFFFF"/>
    <a:srgbClr val="4E81C0"/>
    <a:srgbClr val="313D51"/>
    <a:srgbClr val="433D3C"/>
    <a:srgbClr val="C00000"/>
    <a:srgbClr val="F0F2F4"/>
    <a:srgbClr val="0B2C4F"/>
    <a:srgbClr val="213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23" autoAdjust="0"/>
    <p:restoredTop sz="93190" autoAdjust="0"/>
  </p:normalViewPr>
  <p:slideViewPr>
    <p:cSldViewPr snapToGrid="0" showGuides="1">
      <p:cViewPr>
        <p:scale>
          <a:sx n="10" d="100"/>
          <a:sy n="10" d="100"/>
        </p:scale>
        <p:origin x="3630" y="2310"/>
      </p:cViewPr>
      <p:guideLst>
        <p:guide pos="3839"/>
        <p:guide pos="415"/>
        <p:guide orient="horz" pos="1389"/>
        <p:guide pos="7299"/>
        <p:guide pos="936"/>
        <p:guide pos="6739"/>
        <p:guide orient="horz" pos="534"/>
        <p:guide orient="horz" pos="16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9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B2E5B-1A0B-4F0A-9547-4FB8D13F2C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ICML 2022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51PPT</a:t>
            </a:r>
            <a:r>
              <a:rPr lang="zh-CN" altLang="en-US" dirty="0"/>
              <a:t>模板网   </a:t>
            </a:r>
            <a:r>
              <a:rPr lang="en-US" altLang="zh-CN" dirty="0"/>
              <a:t>www.51 pp tmoban.com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51PPT</a:t>
            </a:r>
            <a:r>
              <a:rPr lang="zh-CN" altLang="en-US" dirty="0"/>
              <a:t>模板网   </a:t>
            </a:r>
            <a:r>
              <a:rPr lang="en-US" altLang="zh-CN" dirty="0"/>
              <a:t>www.51 pp tmoban.com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51PPT</a:t>
            </a:r>
            <a:r>
              <a:rPr lang="zh-CN" altLang="en-US" dirty="0"/>
              <a:t>模板网   </a:t>
            </a:r>
            <a:r>
              <a:rPr lang="en-US" altLang="zh-CN" dirty="0"/>
              <a:t>www.51 pp tmoban.com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51PPT</a:t>
            </a:r>
            <a:r>
              <a:rPr lang="zh-CN" altLang="en-US" dirty="0"/>
              <a:t>模板网   </a:t>
            </a:r>
            <a:r>
              <a:rPr lang="en-US" altLang="zh-CN" dirty="0"/>
              <a:t>www.51 pp tmoban.com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55" t="7890" r="2901" b="789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2425700" y="-1"/>
              <a:ext cx="3670300" cy="6858001"/>
            </a:xfrm>
            <a:prstGeom prst="rect">
              <a:avLst/>
            </a:prstGeom>
            <a:gradFill flip="none" rotWithShape="1">
              <a:gsLst>
                <a:gs pos="0">
                  <a:srgbClr val="F6F7F7"/>
                </a:gs>
                <a:gs pos="97345">
                  <a:schemeClr val="bg1">
                    <a:alpha val="0"/>
                  </a:schemeClr>
                </a:gs>
                <a:gs pos="82000">
                  <a:schemeClr val="bg1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 userDrawn="1"/>
        </p:nvSpPr>
        <p:spPr>
          <a:xfrm flipH="1">
            <a:off x="4962521" y="6750606"/>
            <a:ext cx="2266954" cy="107394"/>
          </a:xfrm>
          <a:prstGeom prst="rect">
            <a:avLst/>
          </a:prstGeom>
          <a:solidFill>
            <a:srgbClr val="244C8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3765">
              <a:lnSpc>
                <a:spcPct val="120000"/>
              </a:lnSpc>
              <a:defRPr/>
            </a:pPr>
            <a:endParaRPr lang="zh-CN" altLang="en-US" sz="1800" kern="0">
              <a:solidFill>
                <a:srgbClr val="313D5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5" t="7890" r="2901" b="2300"/>
          <a:stretch>
            <a:fillRect/>
          </a:stretch>
        </p:blipFill>
        <p:spPr>
          <a:xfrm>
            <a:off x="0" y="0"/>
            <a:ext cx="12192000" cy="7313228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2425700" y="-1"/>
            <a:ext cx="3670300" cy="6286501"/>
          </a:xfrm>
          <a:prstGeom prst="rect">
            <a:avLst/>
          </a:prstGeom>
          <a:gradFill flip="none" rotWithShape="1">
            <a:gsLst>
              <a:gs pos="0">
                <a:srgbClr val="F6F7F7"/>
              </a:gs>
              <a:gs pos="97345">
                <a:schemeClr val="bg1">
                  <a:alpha val="0"/>
                </a:schemeClr>
              </a:gs>
              <a:gs pos="63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610995" y="1125855"/>
            <a:ext cx="9653270" cy="10325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tx1"/>
                </a:solidFill>
                <a:latin typeface="Times New Roman" panose="02020603050405020304" charset="0"/>
                <a:ea typeface="思源黑体 CN Heavy" panose="020B0A00000000000000" pitchFamily="34" charset="-122"/>
                <a:cs typeface="Times New Roman" panose="02020603050405020304" charset="0"/>
                <a:sym typeface="+mn-lt"/>
              </a:rPr>
              <a:t>赛题一：磁电盘</a:t>
            </a:r>
            <a:r>
              <a:rPr lang="en-US" altLang="zh-CN" sz="5400" b="1" dirty="0">
                <a:solidFill>
                  <a:schemeClr val="tx1"/>
                </a:solidFill>
                <a:latin typeface="Times New Roman" panose="02020603050405020304" charset="0"/>
                <a:ea typeface="思源黑体 CN Heavy" panose="020B0A00000000000000" pitchFamily="34" charset="-122"/>
                <a:cs typeface="Times New Roman" panose="02020603050405020304" charset="0"/>
                <a:sym typeface="+mn-lt"/>
              </a:rPr>
              <a:t>IO</a:t>
            </a:r>
            <a:r>
              <a:rPr lang="zh-CN" altLang="en-US" sz="5400" b="1" dirty="0">
                <a:solidFill>
                  <a:schemeClr val="tx1"/>
                </a:solidFill>
                <a:latin typeface="Times New Roman" panose="02020603050405020304" charset="0"/>
                <a:ea typeface="思源黑体 CN Heavy" panose="020B0A00000000000000" pitchFamily="34" charset="-122"/>
                <a:cs typeface="Times New Roman" panose="02020603050405020304" charset="0"/>
                <a:sym typeface="+mn-lt"/>
              </a:rPr>
              <a:t>最优调度</a:t>
            </a:r>
            <a:endParaRPr lang="zh-CN" altLang="en-US" sz="5400" b="1" dirty="0">
              <a:solidFill>
                <a:schemeClr val="tx1"/>
              </a:solidFill>
              <a:latin typeface="Times New Roman" panose="02020603050405020304" charset="0"/>
              <a:ea typeface="思源黑体 CN Heavy" panose="020B0A00000000000000" pitchFamily="34" charset="-122"/>
              <a:cs typeface="Times New Roman" panose="02020603050405020304" charset="0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768340" y="3465830"/>
            <a:ext cx="6118860" cy="543560"/>
            <a:chOff x="4818068" y="2801465"/>
            <a:chExt cx="3560500" cy="543560"/>
          </a:xfrm>
        </p:grpSpPr>
        <p:sp>
          <p:nvSpPr>
            <p:cNvPr id="6" name="PA_圆角矩形 31"/>
            <p:cNvSpPr/>
            <p:nvPr>
              <p:custDataLst>
                <p:tags r:id="rId2"/>
              </p:custDataLst>
            </p:nvPr>
          </p:nvSpPr>
          <p:spPr>
            <a:xfrm>
              <a:off x="4818068" y="2802100"/>
              <a:ext cx="1369736" cy="542925"/>
            </a:xfrm>
            <a:prstGeom prst="roundRect">
              <a:avLst>
                <a:gd name="adj" fmla="val 50000"/>
              </a:avLst>
            </a:prstGeom>
            <a:solidFill>
              <a:srgbClr val="244C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答辩人：李俊辉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PA_圆角矩形 31"/>
            <p:cNvSpPr/>
            <p:nvPr>
              <p:custDataLst>
                <p:tags r:id="rId3"/>
              </p:custDataLst>
            </p:nvPr>
          </p:nvSpPr>
          <p:spPr>
            <a:xfrm>
              <a:off x="6408798" y="2801465"/>
              <a:ext cx="1969770" cy="543560"/>
            </a:xfrm>
            <a:prstGeom prst="roundRect">
              <a:avLst>
                <a:gd name="adj" fmla="val 50000"/>
              </a:avLst>
            </a:prstGeom>
            <a:solidFill>
              <a:srgbClr val="244C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答辩时间：</a:t>
              </a:r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2025/1/3</a:t>
              </a:r>
              <a:endParaRPr lang="en-US" altLang="zh-CN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-133745" y="4009642"/>
            <a:ext cx="12459490" cy="3845071"/>
            <a:chOff x="-133745" y="4009642"/>
            <a:chExt cx="12459490" cy="3845071"/>
          </a:xfrm>
        </p:grpSpPr>
        <p:sp>
          <p:nvSpPr>
            <p:cNvPr id="19" name="任意多边形: 形状 18"/>
            <p:cNvSpPr/>
            <p:nvPr/>
          </p:nvSpPr>
          <p:spPr>
            <a:xfrm>
              <a:off x="-133745" y="4009642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noFill/>
            <a:ln w="12700" cap="flat" cmpd="sng" algn="ctr">
              <a:solidFill>
                <a:srgbClr val="244C89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-133745" y="4394283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solidFill>
              <a:srgbClr val="244C8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635000" dist="38100" dir="10800000" algn="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-133745" y="4935769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932305" y="2351405"/>
            <a:ext cx="32359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队名：把心放在肚子里</a:t>
            </a:r>
            <a:endParaRPr lang="zh-CN" altLang="en-US" sz="2400"/>
          </a:p>
          <a:p>
            <a:r>
              <a:rPr lang="zh-CN" altLang="en-US" sz="2400"/>
              <a:t>成员：</a:t>
            </a:r>
            <a:r>
              <a:rPr lang="zh-CN" altLang="en-US" sz="2400"/>
              <a:t>李俊辉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401637" y="2579160"/>
            <a:ext cx="2861606" cy="1249284"/>
            <a:chOff x="701142" y="404596"/>
            <a:chExt cx="2861606" cy="1249284"/>
          </a:xfrm>
        </p:grpSpPr>
        <p:sp>
          <p:nvSpPr>
            <p:cNvPr id="5" name="文本框 4"/>
            <p:cNvSpPr txBox="1"/>
            <p:nvPr/>
          </p:nvSpPr>
          <p:spPr>
            <a:xfrm>
              <a:off x="701142" y="404596"/>
              <a:ext cx="2057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defRPr/>
              </a:pPr>
              <a:r>
                <a:rPr lang="zh-CN" altLang="en-US" sz="4800" b="1" dirty="0">
                  <a:solidFill>
                    <a:srgbClr val="244C89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目录</a:t>
              </a:r>
              <a:endParaRPr lang="zh-CN" altLang="en-US" sz="4800" b="1" dirty="0">
                <a:solidFill>
                  <a:srgbClr val="244C8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21161" y="1069105"/>
              <a:ext cx="25415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defRPr/>
              </a:pPr>
              <a:r>
                <a:rPr lang="en-US" altLang="zh-CN" sz="3200" b="1" dirty="0">
                  <a:solidFill>
                    <a:srgbClr val="244C89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ea"/>
                  <a:sym typeface="+mn-lt"/>
                </a:rPr>
                <a:t>CONTENTS</a:t>
              </a:r>
              <a:endParaRPr lang="zh-CN" altLang="en-US" sz="3200" b="1" dirty="0">
                <a:solidFill>
                  <a:srgbClr val="244C8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104150" y="1189232"/>
            <a:ext cx="4890672" cy="576262"/>
            <a:chOff x="5714354" y="1664538"/>
            <a:chExt cx="4890672" cy="576262"/>
          </a:xfrm>
        </p:grpSpPr>
        <p:grpSp>
          <p:nvGrpSpPr>
            <p:cNvPr id="16" name="组合 15"/>
            <p:cNvGrpSpPr/>
            <p:nvPr/>
          </p:nvGrpSpPr>
          <p:grpSpPr>
            <a:xfrm>
              <a:off x="5714354" y="1664538"/>
              <a:ext cx="4752975" cy="576262"/>
              <a:chOff x="4753236" y="2069839"/>
              <a:chExt cx="4752975" cy="576262"/>
            </a:xfrm>
          </p:grpSpPr>
          <p:grpSp>
            <p:nvGrpSpPr>
              <p:cNvPr id="28" name="组合 21"/>
              <p:cNvGrpSpPr/>
              <p:nvPr/>
            </p:nvGrpSpPr>
            <p:grpSpPr bwMode="auto">
              <a:xfrm>
                <a:off x="4753236" y="2069839"/>
                <a:ext cx="576262" cy="576262"/>
                <a:chOff x="6170389" y="2579551"/>
                <a:chExt cx="576064" cy="576064"/>
              </a:xfrm>
            </p:grpSpPr>
            <p:sp>
              <p:nvSpPr>
                <p:cNvPr id="31" name="圆角矩形 10"/>
                <p:cNvSpPr>
                  <a:spLocks noChangeArrowheads="1"/>
                </p:cNvSpPr>
                <p:nvPr/>
              </p:nvSpPr>
              <p:spPr bwMode="auto">
                <a:xfrm>
                  <a:off x="6170389" y="2579551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Freeform 27"/>
                <p:cNvSpPr>
                  <a:spLocks noEditPoints="1"/>
                </p:cNvSpPr>
                <p:nvPr/>
              </p:nvSpPr>
              <p:spPr bwMode="auto">
                <a:xfrm>
                  <a:off x="6396159" y="2711328"/>
                  <a:ext cx="312142" cy="334857"/>
                </a:xfrm>
                <a:custGeom>
                  <a:avLst/>
                  <a:gdLst>
                    <a:gd name="T0" fmla="*/ 2147483646 w 812"/>
                    <a:gd name="T1" fmla="*/ 0 h 858"/>
                    <a:gd name="T2" fmla="*/ 2147483646 w 812"/>
                    <a:gd name="T3" fmla="*/ 2147483646 h 858"/>
                    <a:gd name="T4" fmla="*/ 2147483646 w 812"/>
                    <a:gd name="T5" fmla="*/ 2147483646 h 858"/>
                    <a:gd name="T6" fmla="*/ 2147483646 w 812"/>
                    <a:gd name="T7" fmla="*/ 2147483646 h 858"/>
                    <a:gd name="T8" fmla="*/ 2147483646 w 812"/>
                    <a:gd name="T9" fmla="*/ 2147483646 h 858"/>
                    <a:gd name="T10" fmla="*/ 2147483646 w 812"/>
                    <a:gd name="T11" fmla="*/ 2147483646 h 858"/>
                    <a:gd name="T12" fmla="*/ 2147483646 w 812"/>
                    <a:gd name="T13" fmla="*/ 2147483646 h 858"/>
                    <a:gd name="T14" fmla="*/ 2147483646 w 812"/>
                    <a:gd name="T15" fmla="*/ 2147483646 h 858"/>
                    <a:gd name="T16" fmla="*/ 0 w 812"/>
                    <a:gd name="T17" fmla="*/ 2147483646 h 858"/>
                    <a:gd name="T18" fmla="*/ 2147483646 w 812"/>
                    <a:gd name="T19" fmla="*/ 2147483646 h 858"/>
                    <a:gd name="T20" fmla="*/ 2147483646 w 812"/>
                    <a:gd name="T21" fmla="*/ 2147483646 h 858"/>
                    <a:gd name="T22" fmla="*/ 2147483646 w 812"/>
                    <a:gd name="T23" fmla="*/ 2147483646 h 858"/>
                    <a:gd name="T24" fmla="*/ 2147483646 w 812"/>
                    <a:gd name="T25" fmla="*/ 2147483646 h 858"/>
                    <a:gd name="T26" fmla="*/ 2147483646 w 812"/>
                    <a:gd name="T27" fmla="*/ 2147483646 h 858"/>
                    <a:gd name="T28" fmla="*/ 2147483646 w 812"/>
                    <a:gd name="T29" fmla="*/ 2147483646 h 858"/>
                    <a:gd name="T30" fmla="*/ 2147483646 w 812"/>
                    <a:gd name="T31" fmla="*/ 2147483646 h 858"/>
                    <a:gd name="T32" fmla="*/ 2147483646 w 812"/>
                    <a:gd name="T33" fmla="*/ 2147483646 h 858"/>
                    <a:gd name="T34" fmla="*/ 2147483646 w 812"/>
                    <a:gd name="T35" fmla="*/ 2147483646 h 858"/>
                    <a:gd name="T36" fmla="*/ 2147483646 w 812"/>
                    <a:gd name="T37" fmla="*/ 2147483646 h 858"/>
                    <a:gd name="T38" fmla="*/ 2147483646 w 812"/>
                    <a:gd name="T39" fmla="*/ 2147483646 h 858"/>
                    <a:gd name="T40" fmla="*/ 2147483646 w 812"/>
                    <a:gd name="T41" fmla="*/ 2147483646 h 858"/>
                    <a:gd name="T42" fmla="*/ 2147483646 w 812"/>
                    <a:gd name="T43" fmla="*/ 2147483646 h 858"/>
                    <a:gd name="T44" fmla="*/ 2147483646 w 812"/>
                    <a:gd name="T45" fmla="*/ 2147483646 h 858"/>
                    <a:gd name="T46" fmla="*/ 2147483646 w 812"/>
                    <a:gd name="T47" fmla="*/ 2147483646 h 858"/>
                    <a:gd name="T48" fmla="*/ 2147483646 w 812"/>
                    <a:gd name="T49" fmla="*/ 2147483646 h 858"/>
                    <a:gd name="T50" fmla="*/ 2147483646 w 812"/>
                    <a:gd name="T51" fmla="*/ 2147483646 h 858"/>
                    <a:gd name="T52" fmla="*/ 2147483646 w 812"/>
                    <a:gd name="T53" fmla="*/ 2147483646 h 858"/>
                    <a:gd name="T54" fmla="*/ 2147483646 w 812"/>
                    <a:gd name="T55" fmla="*/ 2147483646 h 858"/>
                    <a:gd name="T56" fmla="*/ 2147483646 w 812"/>
                    <a:gd name="T57" fmla="*/ 2147483646 h 858"/>
                    <a:gd name="T58" fmla="*/ 2147483646 w 812"/>
                    <a:gd name="T59" fmla="*/ 2147483646 h 858"/>
                    <a:gd name="T60" fmla="*/ 2147483646 w 812"/>
                    <a:gd name="T61" fmla="*/ 2147483646 h 858"/>
                    <a:gd name="T62" fmla="*/ 2147483646 w 812"/>
                    <a:gd name="T63" fmla="*/ 2147483646 h 858"/>
                    <a:gd name="T64" fmla="*/ 2147483646 w 812"/>
                    <a:gd name="T65" fmla="*/ 2147483646 h 858"/>
                    <a:gd name="T66" fmla="*/ 2147483646 w 812"/>
                    <a:gd name="T67" fmla="*/ 2147483646 h 858"/>
                    <a:gd name="T68" fmla="*/ 2147483646 w 812"/>
                    <a:gd name="T69" fmla="*/ 2147483646 h 85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812" h="858">
                      <a:moveTo>
                        <a:pt x="179" y="0"/>
                      </a:moveTo>
                      <a:lnTo>
                        <a:pt x="507" y="0"/>
                      </a:lnTo>
                      <a:cubicBezTo>
                        <a:pt x="569" y="0"/>
                        <a:pt x="620" y="51"/>
                        <a:pt x="620" y="113"/>
                      </a:cubicBezTo>
                      <a:lnTo>
                        <a:pt x="620" y="264"/>
                      </a:lnTo>
                      <a:cubicBezTo>
                        <a:pt x="584" y="292"/>
                        <a:pt x="563" y="318"/>
                        <a:pt x="535" y="356"/>
                      </a:cubicBezTo>
                      <a:lnTo>
                        <a:pt x="535" y="113"/>
                      </a:lnTo>
                      <a:cubicBezTo>
                        <a:pt x="535" y="98"/>
                        <a:pt x="522" y="85"/>
                        <a:pt x="507" y="85"/>
                      </a:cubicBezTo>
                      <a:lnTo>
                        <a:pt x="247" y="85"/>
                      </a:lnTo>
                      <a:lnTo>
                        <a:pt x="247" y="204"/>
                      </a:lnTo>
                      <a:cubicBezTo>
                        <a:pt x="247" y="216"/>
                        <a:pt x="237" y="226"/>
                        <a:pt x="225" y="226"/>
                      </a:cubicBezTo>
                      <a:lnTo>
                        <a:pt x="86" y="226"/>
                      </a:lnTo>
                      <a:lnTo>
                        <a:pt x="86" y="643"/>
                      </a:lnTo>
                      <a:cubicBezTo>
                        <a:pt x="86" y="658"/>
                        <a:pt x="98" y="670"/>
                        <a:pt x="113" y="670"/>
                      </a:cubicBezTo>
                      <a:lnTo>
                        <a:pt x="375" y="670"/>
                      </a:lnTo>
                      <a:cubicBezTo>
                        <a:pt x="366" y="699"/>
                        <a:pt x="358" y="727"/>
                        <a:pt x="353" y="756"/>
                      </a:cubicBezTo>
                      <a:lnTo>
                        <a:pt x="113" y="756"/>
                      </a:lnTo>
                      <a:cubicBezTo>
                        <a:pt x="51" y="756"/>
                        <a:pt x="0" y="705"/>
                        <a:pt x="0" y="643"/>
                      </a:cubicBezTo>
                      <a:lnTo>
                        <a:pt x="0" y="178"/>
                      </a:lnTo>
                      <a:lnTo>
                        <a:pt x="179" y="0"/>
                      </a:lnTo>
                      <a:close/>
                      <a:moveTo>
                        <a:pt x="721" y="277"/>
                      </a:moveTo>
                      <a:cubicBezTo>
                        <a:pt x="733" y="283"/>
                        <a:pt x="740" y="295"/>
                        <a:pt x="743" y="310"/>
                      </a:cubicBezTo>
                      <a:cubicBezTo>
                        <a:pt x="765" y="316"/>
                        <a:pt x="786" y="330"/>
                        <a:pt x="802" y="358"/>
                      </a:cubicBezTo>
                      <a:cubicBezTo>
                        <a:pt x="812" y="382"/>
                        <a:pt x="808" y="417"/>
                        <a:pt x="794" y="442"/>
                      </a:cubicBezTo>
                      <a:cubicBezTo>
                        <a:pt x="770" y="487"/>
                        <a:pt x="736" y="543"/>
                        <a:pt x="707" y="588"/>
                      </a:cubicBezTo>
                      <a:cubicBezTo>
                        <a:pt x="688" y="595"/>
                        <a:pt x="692" y="556"/>
                        <a:pt x="699" y="546"/>
                      </a:cubicBezTo>
                      <a:cubicBezTo>
                        <a:pt x="723" y="510"/>
                        <a:pt x="743" y="477"/>
                        <a:pt x="762" y="413"/>
                      </a:cubicBezTo>
                      <a:cubicBezTo>
                        <a:pt x="766" y="382"/>
                        <a:pt x="752" y="368"/>
                        <a:pt x="743" y="355"/>
                      </a:cubicBezTo>
                      <a:cubicBezTo>
                        <a:pt x="742" y="358"/>
                        <a:pt x="742" y="360"/>
                        <a:pt x="741" y="363"/>
                      </a:cubicBezTo>
                      <a:cubicBezTo>
                        <a:pt x="723" y="355"/>
                        <a:pt x="706" y="346"/>
                        <a:pt x="688" y="337"/>
                      </a:cubicBezTo>
                      <a:cubicBezTo>
                        <a:pt x="670" y="327"/>
                        <a:pt x="653" y="314"/>
                        <a:pt x="636" y="302"/>
                      </a:cubicBezTo>
                      <a:cubicBezTo>
                        <a:pt x="669" y="274"/>
                        <a:pt x="698" y="264"/>
                        <a:pt x="721" y="277"/>
                      </a:cubicBezTo>
                      <a:close/>
                      <a:moveTo>
                        <a:pt x="734" y="395"/>
                      </a:moveTo>
                      <a:cubicBezTo>
                        <a:pt x="719" y="445"/>
                        <a:pt x="690" y="508"/>
                        <a:pt x="649" y="579"/>
                      </a:cubicBezTo>
                      <a:cubicBezTo>
                        <a:pt x="628" y="615"/>
                        <a:pt x="604" y="650"/>
                        <a:pt x="580" y="681"/>
                      </a:cubicBezTo>
                      <a:cubicBezTo>
                        <a:pt x="557" y="670"/>
                        <a:pt x="535" y="658"/>
                        <a:pt x="512" y="646"/>
                      </a:cubicBezTo>
                      <a:cubicBezTo>
                        <a:pt x="488" y="633"/>
                        <a:pt x="465" y="617"/>
                        <a:pt x="442" y="601"/>
                      </a:cubicBezTo>
                      <a:cubicBezTo>
                        <a:pt x="457" y="565"/>
                        <a:pt x="475" y="527"/>
                        <a:pt x="496" y="491"/>
                      </a:cubicBezTo>
                      <a:cubicBezTo>
                        <a:pt x="536" y="420"/>
                        <a:pt x="576" y="363"/>
                        <a:pt x="612" y="325"/>
                      </a:cubicBezTo>
                      <a:cubicBezTo>
                        <a:pt x="631" y="338"/>
                        <a:pt x="650" y="351"/>
                        <a:pt x="671" y="363"/>
                      </a:cubicBezTo>
                      <a:cubicBezTo>
                        <a:pt x="691" y="375"/>
                        <a:pt x="712" y="384"/>
                        <a:pt x="734" y="395"/>
                      </a:cubicBezTo>
                      <a:close/>
                      <a:moveTo>
                        <a:pt x="560" y="707"/>
                      </a:moveTo>
                      <a:cubicBezTo>
                        <a:pt x="486" y="797"/>
                        <a:pt x="410" y="858"/>
                        <a:pt x="392" y="848"/>
                      </a:cubicBezTo>
                      <a:cubicBezTo>
                        <a:pt x="375" y="838"/>
                        <a:pt x="389" y="742"/>
                        <a:pt x="430" y="632"/>
                      </a:cubicBezTo>
                      <a:cubicBezTo>
                        <a:pt x="451" y="645"/>
                        <a:pt x="472" y="659"/>
                        <a:pt x="494" y="672"/>
                      </a:cubicBezTo>
                      <a:cubicBezTo>
                        <a:pt x="516" y="685"/>
                        <a:pt x="538" y="695"/>
                        <a:pt x="560" y="707"/>
                      </a:cubicBezTo>
                      <a:close/>
                      <a:moveTo>
                        <a:pt x="294" y="149"/>
                      </a:moveTo>
                      <a:lnTo>
                        <a:pt x="482" y="149"/>
                      </a:lnTo>
                      <a:lnTo>
                        <a:pt x="482" y="193"/>
                      </a:lnTo>
                      <a:lnTo>
                        <a:pt x="294" y="193"/>
                      </a:lnTo>
                      <a:lnTo>
                        <a:pt x="294" y="149"/>
                      </a:lnTo>
                      <a:close/>
                      <a:moveTo>
                        <a:pt x="148" y="437"/>
                      </a:moveTo>
                      <a:lnTo>
                        <a:pt x="258" y="437"/>
                      </a:lnTo>
                      <a:lnTo>
                        <a:pt x="258" y="480"/>
                      </a:lnTo>
                      <a:lnTo>
                        <a:pt x="148" y="480"/>
                      </a:lnTo>
                      <a:lnTo>
                        <a:pt x="148" y="437"/>
                      </a:lnTo>
                      <a:close/>
                      <a:moveTo>
                        <a:pt x="148" y="337"/>
                      </a:moveTo>
                      <a:lnTo>
                        <a:pt x="482" y="337"/>
                      </a:lnTo>
                      <a:lnTo>
                        <a:pt x="482" y="381"/>
                      </a:lnTo>
                      <a:lnTo>
                        <a:pt x="148" y="381"/>
                      </a:lnTo>
                      <a:lnTo>
                        <a:pt x="148" y="337"/>
                      </a:lnTo>
                      <a:close/>
                      <a:moveTo>
                        <a:pt x="148" y="245"/>
                      </a:moveTo>
                      <a:lnTo>
                        <a:pt x="482" y="245"/>
                      </a:lnTo>
                      <a:lnTo>
                        <a:pt x="482" y="288"/>
                      </a:lnTo>
                      <a:lnTo>
                        <a:pt x="148" y="288"/>
                      </a:lnTo>
                      <a:lnTo>
                        <a:pt x="148" y="245"/>
                      </a:lnTo>
                      <a:close/>
                      <a:moveTo>
                        <a:pt x="111" y="187"/>
                      </a:moveTo>
                      <a:lnTo>
                        <a:pt x="193" y="187"/>
                      </a:lnTo>
                      <a:cubicBezTo>
                        <a:pt x="201" y="187"/>
                        <a:pt x="208" y="181"/>
                        <a:pt x="208" y="173"/>
                      </a:cubicBezTo>
                      <a:lnTo>
                        <a:pt x="208" y="91"/>
                      </a:lnTo>
                      <a:lnTo>
                        <a:pt x="111" y="1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5581874" y="2234939"/>
                <a:ext cx="706755" cy="294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  <a:endParaRPr lang="en-US" altLang="zh-CN" sz="16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0" name="TextBox 59"/>
              <p:cNvSpPr txBox="1">
                <a:spLocks noChangeArrowheads="1"/>
              </p:cNvSpPr>
              <p:nvPr/>
            </p:nvSpPr>
            <p:spPr bwMode="auto">
              <a:xfrm>
                <a:off x="6566161" y="2152389"/>
                <a:ext cx="294005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构造解</a:t>
                </a:r>
                <a:r>
                  <a:rPr lang="zh-CN" altLang="en-US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设计</a:t>
                </a:r>
                <a:endParaRPr lang="zh-CN" altLang="en-US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 flipH="1">
              <a:off x="6433491" y="2147214"/>
              <a:ext cx="4171535" cy="80892"/>
              <a:chOff x="2272062" y="2596259"/>
              <a:chExt cx="4173708" cy="80934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7" name="矩形 26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73" name="文本框 72"/>
          <p:cNvSpPr txBox="1"/>
          <p:nvPr/>
        </p:nvSpPr>
        <p:spPr>
          <a:xfrm>
            <a:off x="-60474225" y="-37405191"/>
            <a:ext cx="6877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51PPT</a:t>
            </a:r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模板网   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www.51 pp tmoban.com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6104413" y="4204924"/>
            <a:ext cx="4890672" cy="578865"/>
            <a:chOff x="5714354" y="5108509"/>
            <a:chExt cx="4890672" cy="578865"/>
          </a:xfrm>
        </p:grpSpPr>
        <p:grpSp>
          <p:nvGrpSpPr>
            <p:cNvPr id="74" name="组合 73"/>
            <p:cNvGrpSpPr/>
            <p:nvPr/>
          </p:nvGrpSpPr>
          <p:grpSpPr>
            <a:xfrm>
              <a:off x="5714354" y="5108509"/>
              <a:ext cx="4752975" cy="576262"/>
              <a:chOff x="4753236" y="5238489"/>
              <a:chExt cx="4752975" cy="576262"/>
            </a:xfrm>
          </p:grpSpPr>
          <p:grpSp>
            <p:nvGrpSpPr>
              <p:cNvPr id="75" name="组合 25"/>
              <p:cNvGrpSpPr/>
              <p:nvPr/>
            </p:nvGrpSpPr>
            <p:grpSpPr bwMode="auto">
              <a:xfrm>
                <a:off x="4753236" y="5238489"/>
                <a:ext cx="576262" cy="576262"/>
                <a:chOff x="6170389" y="5747903"/>
                <a:chExt cx="576064" cy="576064"/>
              </a:xfrm>
            </p:grpSpPr>
            <p:sp>
              <p:nvSpPr>
                <p:cNvPr id="76" name="圆角矩形 14"/>
                <p:cNvSpPr>
                  <a:spLocks noChangeArrowheads="1"/>
                </p:cNvSpPr>
                <p:nvPr>
                  <p:custDataLst>
                    <p:tags r:id="rId1"/>
                  </p:custDataLst>
                </p:nvPr>
              </p:nvSpPr>
              <p:spPr bwMode="auto">
                <a:xfrm>
                  <a:off x="6170389" y="5747903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Freeform 28"/>
                <p:cNvSpPr>
                  <a:spLocks noEditPoints="1"/>
                </p:cNvSpPr>
                <p:nvPr>
                  <p:custDataLst>
                    <p:tags r:id="rId2"/>
                  </p:custDataLst>
                </p:nvPr>
              </p:nvSpPr>
              <p:spPr bwMode="auto">
                <a:xfrm>
                  <a:off x="6293383" y="5910861"/>
                  <a:ext cx="295907" cy="250148"/>
                </a:xfrm>
                <a:custGeom>
                  <a:avLst/>
                  <a:gdLst>
                    <a:gd name="T0" fmla="*/ 2147483646 w 923"/>
                    <a:gd name="T1" fmla="*/ 0 h 771"/>
                    <a:gd name="T2" fmla="*/ 2147483646 w 923"/>
                    <a:gd name="T3" fmla="*/ 2147483646 h 771"/>
                    <a:gd name="T4" fmla="*/ 2147483646 w 923"/>
                    <a:gd name="T5" fmla="*/ 2147483646 h 771"/>
                    <a:gd name="T6" fmla="*/ 2147483646 w 923"/>
                    <a:gd name="T7" fmla="*/ 2147483646 h 771"/>
                    <a:gd name="T8" fmla="*/ 2147483646 w 923"/>
                    <a:gd name="T9" fmla="*/ 2147483646 h 771"/>
                    <a:gd name="T10" fmla="*/ 2147483646 w 923"/>
                    <a:gd name="T11" fmla="*/ 2147483646 h 771"/>
                    <a:gd name="T12" fmla="*/ 2147483646 w 923"/>
                    <a:gd name="T13" fmla="*/ 2147483646 h 771"/>
                    <a:gd name="T14" fmla="*/ 2147483646 w 923"/>
                    <a:gd name="T15" fmla="*/ 2147483646 h 771"/>
                    <a:gd name="T16" fmla="*/ 2147483646 w 923"/>
                    <a:gd name="T17" fmla="*/ 2147483646 h 771"/>
                    <a:gd name="T18" fmla="*/ 2147483646 w 923"/>
                    <a:gd name="T19" fmla="*/ 2147483646 h 771"/>
                    <a:gd name="T20" fmla="*/ 2147483646 w 923"/>
                    <a:gd name="T21" fmla="*/ 2147483646 h 771"/>
                    <a:gd name="T22" fmla="*/ 2147483646 w 923"/>
                    <a:gd name="T23" fmla="*/ 2147483646 h 771"/>
                    <a:gd name="T24" fmla="*/ 2147483646 w 923"/>
                    <a:gd name="T25" fmla="*/ 2147483646 h 771"/>
                    <a:gd name="T26" fmla="*/ 2147483646 w 923"/>
                    <a:gd name="T27" fmla="*/ 2147483646 h 771"/>
                    <a:gd name="T28" fmla="*/ 2147483646 w 923"/>
                    <a:gd name="T29" fmla="*/ 2147483646 h 771"/>
                    <a:gd name="T30" fmla="*/ 2147483646 w 923"/>
                    <a:gd name="T31" fmla="*/ 2147483646 h 771"/>
                    <a:gd name="T32" fmla="*/ 2147483646 w 923"/>
                    <a:gd name="T33" fmla="*/ 2147483646 h 771"/>
                    <a:gd name="T34" fmla="*/ 2147483646 w 923"/>
                    <a:gd name="T35" fmla="*/ 2147483646 h 771"/>
                    <a:gd name="T36" fmla="*/ 2147483646 w 923"/>
                    <a:gd name="T37" fmla="*/ 2147483646 h 771"/>
                    <a:gd name="T38" fmla="*/ 2147483646 w 923"/>
                    <a:gd name="T39" fmla="*/ 2147483646 h 771"/>
                    <a:gd name="T40" fmla="*/ 2147483646 w 923"/>
                    <a:gd name="T41" fmla="*/ 2147483646 h 771"/>
                    <a:gd name="T42" fmla="*/ 2147483646 w 923"/>
                    <a:gd name="T43" fmla="*/ 2147483646 h 771"/>
                    <a:gd name="T44" fmla="*/ 2147483646 w 923"/>
                    <a:gd name="T45" fmla="*/ 2147483646 h 771"/>
                    <a:gd name="T46" fmla="*/ 2147483646 w 923"/>
                    <a:gd name="T47" fmla="*/ 2147483646 h 771"/>
                    <a:gd name="T48" fmla="*/ 2147483646 w 923"/>
                    <a:gd name="T49" fmla="*/ 2147483646 h 771"/>
                    <a:gd name="T50" fmla="*/ 2147483646 w 923"/>
                    <a:gd name="T51" fmla="*/ 2147483646 h 771"/>
                    <a:gd name="T52" fmla="*/ 2147483646 w 923"/>
                    <a:gd name="T53" fmla="*/ 2147483646 h 771"/>
                    <a:gd name="T54" fmla="*/ 2147483646 w 923"/>
                    <a:gd name="T55" fmla="*/ 2147483646 h 771"/>
                    <a:gd name="T56" fmla="*/ 2147483646 w 923"/>
                    <a:gd name="T57" fmla="*/ 2147483646 h 771"/>
                    <a:gd name="T58" fmla="*/ 2147483646 w 923"/>
                    <a:gd name="T59" fmla="*/ 2147483646 h 771"/>
                    <a:gd name="T60" fmla="*/ 2147483646 w 923"/>
                    <a:gd name="T61" fmla="*/ 2147483646 h 771"/>
                    <a:gd name="T62" fmla="*/ 2147483646 w 923"/>
                    <a:gd name="T63" fmla="*/ 2147483646 h 771"/>
                    <a:gd name="T64" fmla="*/ 2147483646 w 923"/>
                    <a:gd name="T65" fmla="*/ 2147483646 h 771"/>
                    <a:gd name="T66" fmla="*/ 2147483646 w 923"/>
                    <a:gd name="T67" fmla="*/ 2147483646 h 771"/>
                    <a:gd name="T68" fmla="*/ 2147483646 w 923"/>
                    <a:gd name="T69" fmla="*/ 2147483646 h 771"/>
                    <a:gd name="T70" fmla="*/ 2147483646 w 923"/>
                    <a:gd name="T71" fmla="*/ 2147483646 h 771"/>
                    <a:gd name="T72" fmla="*/ 2147483646 w 923"/>
                    <a:gd name="T73" fmla="*/ 2147483646 h 771"/>
                    <a:gd name="T74" fmla="*/ 2147483646 w 923"/>
                    <a:gd name="T75" fmla="*/ 2147483646 h 771"/>
                    <a:gd name="T76" fmla="*/ 0 w 923"/>
                    <a:gd name="T77" fmla="*/ 2147483646 h 771"/>
                    <a:gd name="T78" fmla="*/ 2147483646 w 923"/>
                    <a:gd name="T79" fmla="*/ 2147483646 h 771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923" h="771">
                      <a:moveTo>
                        <a:pt x="303" y="0"/>
                      </a:moveTo>
                      <a:lnTo>
                        <a:pt x="819" y="0"/>
                      </a:lnTo>
                      <a:cubicBezTo>
                        <a:pt x="848" y="0"/>
                        <a:pt x="873" y="12"/>
                        <a:pt x="892" y="31"/>
                      </a:cubicBezTo>
                      <a:cubicBezTo>
                        <a:pt x="911" y="50"/>
                        <a:pt x="923" y="76"/>
                        <a:pt x="923" y="104"/>
                      </a:cubicBezTo>
                      <a:lnTo>
                        <a:pt x="923" y="313"/>
                      </a:lnTo>
                      <a:cubicBezTo>
                        <a:pt x="923" y="341"/>
                        <a:pt x="911" y="367"/>
                        <a:pt x="892" y="386"/>
                      </a:cubicBezTo>
                      <a:cubicBezTo>
                        <a:pt x="873" y="405"/>
                        <a:pt x="848" y="416"/>
                        <a:pt x="819" y="416"/>
                      </a:cubicBezTo>
                      <a:lnTo>
                        <a:pt x="737" y="416"/>
                      </a:lnTo>
                      <a:lnTo>
                        <a:pt x="626" y="553"/>
                      </a:lnTo>
                      <a:lnTo>
                        <a:pt x="584" y="605"/>
                      </a:lnTo>
                      <a:lnTo>
                        <a:pt x="584" y="537"/>
                      </a:lnTo>
                      <a:lnTo>
                        <a:pt x="584" y="416"/>
                      </a:lnTo>
                      <a:lnTo>
                        <a:pt x="494" y="416"/>
                      </a:lnTo>
                      <a:cubicBezTo>
                        <a:pt x="499" y="401"/>
                        <a:pt x="502" y="385"/>
                        <a:pt x="502" y="368"/>
                      </a:cubicBezTo>
                      <a:lnTo>
                        <a:pt x="608" y="368"/>
                      </a:lnTo>
                      <a:lnTo>
                        <a:pt x="632" y="368"/>
                      </a:lnTo>
                      <a:lnTo>
                        <a:pt x="632" y="392"/>
                      </a:lnTo>
                      <a:lnTo>
                        <a:pt x="632" y="470"/>
                      </a:lnTo>
                      <a:lnTo>
                        <a:pt x="707" y="377"/>
                      </a:lnTo>
                      <a:lnTo>
                        <a:pt x="714" y="368"/>
                      </a:lnTo>
                      <a:lnTo>
                        <a:pt x="726" y="368"/>
                      </a:lnTo>
                      <a:lnTo>
                        <a:pt x="819" y="368"/>
                      </a:lnTo>
                      <a:cubicBezTo>
                        <a:pt x="834" y="368"/>
                        <a:pt x="848" y="362"/>
                        <a:pt x="858" y="352"/>
                      </a:cubicBezTo>
                      <a:cubicBezTo>
                        <a:pt x="868" y="342"/>
                        <a:pt x="875" y="328"/>
                        <a:pt x="875" y="313"/>
                      </a:cubicBezTo>
                      <a:lnTo>
                        <a:pt x="875" y="104"/>
                      </a:lnTo>
                      <a:cubicBezTo>
                        <a:pt x="875" y="89"/>
                        <a:pt x="868" y="75"/>
                        <a:pt x="858" y="65"/>
                      </a:cubicBezTo>
                      <a:cubicBezTo>
                        <a:pt x="848" y="55"/>
                        <a:pt x="834" y="48"/>
                        <a:pt x="819" y="48"/>
                      </a:cubicBezTo>
                      <a:lnTo>
                        <a:pt x="303" y="48"/>
                      </a:lnTo>
                      <a:cubicBezTo>
                        <a:pt x="288" y="48"/>
                        <a:pt x="274" y="55"/>
                        <a:pt x="264" y="65"/>
                      </a:cubicBezTo>
                      <a:cubicBezTo>
                        <a:pt x="253" y="75"/>
                        <a:pt x="247" y="89"/>
                        <a:pt x="247" y="104"/>
                      </a:cubicBezTo>
                      <a:lnTo>
                        <a:pt x="247" y="293"/>
                      </a:lnTo>
                      <a:cubicBezTo>
                        <a:pt x="235" y="311"/>
                        <a:pt x="228" y="333"/>
                        <a:pt x="226" y="356"/>
                      </a:cubicBezTo>
                      <a:cubicBezTo>
                        <a:pt x="219" y="347"/>
                        <a:pt x="210" y="338"/>
                        <a:pt x="201" y="332"/>
                      </a:cubicBezTo>
                      <a:cubicBezTo>
                        <a:pt x="200" y="325"/>
                        <a:pt x="199" y="319"/>
                        <a:pt x="199" y="313"/>
                      </a:cubicBezTo>
                      <a:lnTo>
                        <a:pt x="199" y="104"/>
                      </a:lnTo>
                      <a:cubicBezTo>
                        <a:pt x="199" y="76"/>
                        <a:pt x="211" y="50"/>
                        <a:pt x="230" y="31"/>
                      </a:cubicBezTo>
                      <a:cubicBezTo>
                        <a:pt x="248" y="12"/>
                        <a:pt x="274" y="0"/>
                        <a:pt x="303" y="0"/>
                      </a:cubicBezTo>
                      <a:close/>
                      <a:moveTo>
                        <a:pt x="130" y="344"/>
                      </a:moveTo>
                      <a:lnTo>
                        <a:pt x="130" y="344"/>
                      </a:lnTo>
                      <a:cubicBezTo>
                        <a:pt x="83" y="344"/>
                        <a:pt x="45" y="382"/>
                        <a:pt x="45" y="429"/>
                      </a:cubicBezTo>
                      <a:cubicBezTo>
                        <a:pt x="45" y="476"/>
                        <a:pt x="83" y="514"/>
                        <a:pt x="130" y="514"/>
                      </a:cubicBezTo>
                      <a:cubicBezTo>
                        <a:pt x="177" y="514"/>
                        <a:pt x="215" y="476"/>
                        <a:pt x="215" y="429"/>
                      </a:cubicBezTo>
                      <a:cubicBezTo>
                        <a:pt x="215" y="382"/>
                        <a:pt x="177" y="344"/>
                        <a:pt x="130" y="344"/>
                      </a:cubicBezTo>
                      <a:close/>
                      <a:moveTo>
                        <a:pt x="364" y="265"/>
                      </a:moveTo>
                      <a:lnTo>
                        <a:pt x="364" y="265"/>
                      </a:lnTo>
                      <a:cubicBezTo>
                        <a:pt x="307" y="265"/>
                        <a:pt x="261" y="311"/>
                        <a:pt x="261" y="368"/>
                      </a:cubicBezTo>
                      <a:cubicBezTo>
                        <a:pt x="261" y="425"/>
                        <a:pt x="307" y="471"/>
                        <a:pt x="364" y="471"/>
                      </a:cubicBezTo>
                      <a:cubicBezTo>
                        <a:pt x="420" y="471"/>
                        <a:pt x="466" y="425"/>
                        <a:pt x="466" y="368"/>
                      </a:cubicBezTo>
                      <a:cubicBezTo>
                        <a:pt x="466" y="311"/>
                        <a:pt x="420" y="265"/>
                        <a:pt x="364" y="265"/>
                      </a:cubicBezTo>
                      <a:close/>
                      <a:moveTo>
                        <a:pt x="274" y="748"/>
                      </a:moveTo>
                      <a:lnTo>
                        <a:pt x="274" y="748"/>
                      </a:lnTo>
                      <a:lnTo>
                        <a:pt x="274" y="601"/>
                      </a:lnTo>
                      <a:lnTo>
                        <a:pt x="285" y="601"/>
                      </a:lnTo>
                      <a:lnTo>
                        <a:pt x="285" y="748"/>
                      </a:lnTo>
                      <a:lnTo>
                        <a:pt x="285" y="771"/>
                      </a:lnTo>
                      <a:lnTo>
                        <a:pt x="446" y="771"/>
                      </a:lnTo>
                      <a:lnTo>
                        <a:pt x="446" y="748"/>
                      </a:lnTo>
                      <a:lnTo>
                        <a:pt x="446" y="601"/>
                      </a:lnTo>
                      <a:lnTo>
                        <a:pt x="457" y="601"/>
                      </a:lnTo>
                      <a:lnTo>
                        <a:pt x="457" y="748"/>
                      </a:lnTo>
                      <a:lnTo>
                        <a:pt x="522" y="748"/>
                      </a:lnTo>
                      <a:lnTo>
                        <a:pt x="522" y="548"/>
                      </a:lnTo>
                      <a:cubicBezTo>
                        <a:pt x="522" y="512"/>
                        <a:pt x="493" y="483"/>
                        <a:pt x="458" y="483"/>
                      </a:cubicBezTo>
                      <a:cubicBezTo>
                        <a:pt x="262" y="483"/>
                        <a:pt x="468" y="483"/>
                        <a:pt x="271" y="483"/>
                      </a:cubicBezTo>
                      <a:cubicBezTo>
                        <a:pt x="236" y="483"/>
                        <a:pt x="207" y="512"/>
                        <a:pt x="207" y="548"/>
                      </a:cubicBezTo>
                      <a:lnTo>
                        <a:pt x="207" y="748"/>
                      </a:lnTo>
                      <a:cubicBezTo>
                        <a:pt x="218" y="748"/>
                        <a:pt x="245" y="748"/>
                        <a:pt x="274" y="748"/>
                      </a:cubicBezTo>
                      <a:close/>
                      <a:moveTo>
                        <a:pt x="55" y="743"/>
                      </a:moveTo>
                      <a:lnTo>
                        <a:pt x="55" y="743"/>
                      </a:lnTo>
                      <a:lnTo>
                        <a:pt x="55" y="622"/>
                      </a:lnTo>
                      <a:lnTo>
                        <a:pt x="65" y="622"/>
                      </a:lnTo>
                      <a:lnTo>
                        <a:pt x="65" y="743"/>
                      </a:lnTo>
                      <a:lnTo>
                        <a:pt x="65" y="757"/>
                      </a:lnTo>
                      <a:lnTo>
                        <a:pt x="174" y="757"/>
                      </a:lnTo>
                      <a:lnTo>
                        <a:pt x="174" y="548"/>
                      </a:lnTo>
                      <a:cubicBezTo>
                        <a:pt x="174" y="540"/>
                        <a:pt x="175" y="532"/>
                        <a:pt x="177" y="524"/>
                      </a:cubicBezTo>
                      <a:lnTo>
                        <a:pt x="53" y="524"/>
                      </a:lnTo>
                      <a:cubicBezTo>
                        <a:pt x="24" y="524"/>
                        <a:pt x="0" y="548"/>
                        <a:pt x="0" y="577"/>
                      </a:cubicBezTo>
                      <a:lnTo>
                        <a:pt x="0" y="743"/>
                      </a:lnTo>
                      <a:cubicBezTo>
                        <a:pt x="10" y="743"/>
                        <a:pt x="32" y="743"/>
                        <a:pt x="55" y="7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8" name="Rectangle 14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5581874" y="5405176"/>
                <a:ext cx="706755" cy="294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4</a:t>
                </a:r>
                <a:endParaRPr lang="en-US" altLang="zh-CN" sz="16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9" name="TextBox 59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6566161" y="5309926"/>
                <a:ext cx="294005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未来</a:t>
                </a:r>
                <a:r>
                  <a:rPr lang="zh-CN" altLang="en-US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展望</a:t>
                </a:r>
                <a:endParaRPr lang="zh-CN" altLang="en-US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 flipH="1">
              <a:off x="6433491" y="5606482"/>
              <a:ext cx="4171535" cy="80892"/>
              <a:chOff x="2272062" y="2596259"/>
              <a:chExt cx="4173708" cy="80934"/>
            </a:xfrm>
          </p:grpSpPr>
          <p:cxnSp>
            <p:nvCxnSpPr>
              <p:cNvPr id="81" name="直接连接符 80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82" name="矩形 81"/>
              <p:cNvSpPr/>
              <p:nvPr>
                <p:custDataLst>
                  <p:tags r:id="rId6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6066050" y="2170307"/>
            <a:ext cx="4890672" cy="576262"/>
            <a:chOff x="5714354" y="1664538"/>
            <a:chExt cx="4890672" cy="576262"/>
          </a:xfrm>
        </p:grpSpPr>
        <p:grpSp>
          <p:nvGrpSpPr>
            <p:cNvPr id="18" name="组合 17"/>
            <p:cNvGrpSpPr/>
            <p:nvPr/>
          </p:nvGrpSpPr>
          <p:grpSpPr>
            <a:xfrm>
              <a:off x="5714354" y="1664538"/>
              <a:ext cx="4752975" cy="576262"/>
              <a:chOff x="4753236" y="2069839"/>
              <a:chExt cx="4752975" cy="576262"/>
            </a:xfrm>
          </p:grpSpPr>
          <p:grpSp>
            <p:nvGrpSpPr>
              <p:cNvPr id="19" name="组合 21"/>
              <p:cNvGrpSpPr/>
              <p:nvPr/>
            </p:nvGrpSpPr>
            <p:grpSpPr bwMode="auto">
              <a:xfrm>
                <a:off x="4753236" y="2069839"/>
                <a:ext cx="576262" cy="576262"/>
                <a:chOff x="6170389" y="2579551"/>
                <a:chExt cx="576064" cy="576064"/>
              </a:xfrm>
            </p:grpSpPr>
            <p:sp>
              <p:nvSpPr>
                <p:cNvPr id="20" name="圆角矩形 10"/>
                <p:cNvSpPr>
                  <a:spLocks noChangeArrowheads="1"/>
                </p:cNvSpPr>
                <p:nvPr/>
              </p:nvSpPr>
              <p:spPr bwMode="auto">
                <a:xfrm>
                  <a:off x="6170389" y="2579551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Freeform 27"/>
                <p:cNvSpPr>
                  <a:spLocks noEditPoints="1"/>
                </p:cNvSpPr>
                <p:nvPr/>
              </p:nvSpPr>
              <p:spPr bwMode="auto">
                <a:xfrm>
                  <a:off x="6396159" y="2711328"/>
                  <a:ext cx="312142" cy="334857"/>
                </a:xfrm>
                <a:custGeom>
                  <a:avLst/>
                  <a:gdLst>
                    <a:gd name="T0" fmla="*/ 2147483646 w 812"/>
                    <a:gd name="T1" fmla="*/ 0 h 858"/>
                    <a:gd name="T2" fmla="*/ 2147483646 w 812"/>
                    <a:gd name="T3" fmla="*/ 2147483646 h 858"/>
                    <a:gd name="T4" fmla="*/ 2147483646 w 812"/>
                    <a:gd name="T5" fmla="*/ 2147483646 h 858"/>
                    <a:gd name="T6" fmla="*/ 2147483646 w 812"/>
                    <a:gd name="T7" fmla="*/ 2147483646 h 858"/>
                    <a:gd name="T8" fmla="*/ 2147483646 w 812"/>
                    <a:gd name="T9" fmla="*/ 2147483646 h 858"/>
                    <a:gd name="T10" fmla="*/ 2147483646 w 812"/>
                    <a:gd name="T11" fmla="*/ 2147483646 h 858"/>
                    <a:gd name="T12" fmla="*/ 2147483646 w 812"/>
                    <a:gd name="T13" fmla="*/ 2147483646 h 858"/>
                    <a:gd name="T14" fmla="*/ 2147483646 w 812"/>
                    <a:gd name="T15" fmla="*/ 2147483646 h 858"/>
                    <a:gd name="T16" fmla="*/ 0 w 812"/>
                    <a:gd name="T17" fmla="*/ 2147483646 h 858"/>
                    <a:gd name="T18" fmla="*/ 2147483646 w 812"/>
                    <a:gd name="T19" fmla="*/ 2147483646 h 858"/>
                    <a:gd name="T20" fmla="*/ 2147483646 w 812"/>
                    <a:gd name="T21" fmla="*/ 2147483646 h 858"/>
                    <a:gd name="T22" fmla="*/ 2147483646 w 812"/>
                    <a:gd name="T23" fmla="*/ 2147483646 h 858"/>
                    <a:gd name="T24" fmla="*/ 2147483646 w 812"/>
                    <a:gd name="T25" fmla="*/ 2147483646 h 858"/>
                    <a:gd name="T26" fmla="*/ 2147483646 w 812"/>
                    <a:gd name="T27" fmla="*/ 2147483646 h 858"/>
                    <a:gd name="T28" fmla="*/ 2147483646 w 812"/>
                    <a:gd name="T29" fmla="*/ 2147483646 h 858"/>
                    <a:gd name="T30" fmla="*/ 2147483646 w 812"/>
                    <a:gd name="T31" fmla="*/ 2147483646 h 858"/>
                    <a:gd name="T32" fmla="*/ 2147483646 w 812"/>
                    <a:gd name="T33" fmla="*/ 2147483646 h 858"/>
                    <a:gd name="T34" fmla="*/ 2147483646 w 812"/>
                    <a:gd name="T35" fmla="*/ 2147483646 h 858"/>
                    <a:gd name="T36" fmla="*/ 2147483646 w 812"/>
                    <a:gd name="T37" fmla="*/ 2147483646 h 858"/>
                    <a:gd name="T38" fmla="*/ 2147483646 w 812"/>
                    <a:gd name="T39" fmla="*/ 2147483646 h 858"/>
                    <a:gd name="T40" fmla="*/ 2147483646 w 812"/>
                    <a:gd name="T41" fmla="*/ 2147483646 h 858"/>
                    <a:gd name="T42" fmla="*/ 2147483646 w 812"/>
                    <a:gd name="T43" fmla="*/ 2147483646 h 858"/>
                    <a:gd name="T44" fmla="*/ 2147483646 w 812"/>
                    <a:gd name="T45" fmla="*/ 2147483646 h 858"/>
                    <a:gd name="T46" fmla="*/ 2147483646 w 812"/>
                    <a:gd name="T47" fmla="*/ 2147483646 h 858"/>
                    <a:gd name="T48" fmla="*/ 2147483646 w 812"/>
                    <a:gd name="T49" fmla="*/ 2147483646 h 858"/>
                    <a:gd name="T50" fmla="*/ 2147483646 w 812"/>
                    <a:gd name="T51" fmla="*/ 2147483646 h 858"/>
                    <a:gd name="T52" fmla="*/ 2147483646 w 812"/>
                    <a:gd name="T53" fmla="*/ 2147483646 h 858"/>
                    <a:gd name="T54" fmla="*/ 2147483646 w 812"/>
                    <a:gd name="T55" fmla="*/ 2147483646 h 858"/>
                    <a:gd name="T56" fmla="*/ 2147483646 w 812"/>
                    <a:gd name="T57" fmla="*/ 2147483646 h 858"/>
                    <a:gd name="T58" fmla="*/ 2147483646 w 812"/>
                    <a:gd name="T59" fmla="*/ 2147483646 h 858"/>
                    <a:gd name="T60" fmla="*/ 2147483646 w 812"/>
                    <a:gd name="T61" fmla="*/ 2147483646 h 858"/>
                    <a:gd name="T62" fmla="*/ 2147483646 w 812"/>
                    <a:gd name="T63" fmla="*/ 2147483646 h 858"/>
                    <a:gd name="T64" fmla="*/ 2147483646 w 812"/>
                    <a:gd name="T65" fmla="*/ 2147483646 h 858"/>
                    <a:gd name="T66" fmla="*/ 2147483646 w 812"/>
                    <a:gd name="T67" fmla="*/ 2147483646 h 858"/>
                    <a:gd name="T68" fmla="*/ 2147483646 w 812"/>
                    <a:gd name="T69" fmla="*/ 2147483646 h 85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812" h="858">
                      <a:moveTo>
                        <a:pt x="179" y="0"/>
                      </a:moveTo>
                      <a:lnTo>
                        <a:pt x="507" y="0"/>
                      </a:lnTo>
                      <a:cubicBezTo>
                        <a:pt x="569" y="0"/>
                        <a:pt x="620" y="51"/>
                        <a:pt x="620" y="113"/>
                      </a:cubicBezTo>
                      <a:lnTo>
                        <a:pt x="620" y="264"/>
                      </a:lnTo>
                      <a:cubicBezTo>
                        <a:pt x="584" y="292"/>
                        <a:pt x="563" y="318"/>
                        <a:pt x="535" y="356"/>
                      </a:cubicBezTo>
                      <a:lnTo>
                        <a:pt x="535" y="113"/>
                      </a:lnTo>
                      <a:cubicBezTo>
                        <a:pt x="535" y="98"/>
                        <a:pt x="522" y="85"/>
                        <a:pt x="507" y="85"/>
                      </a:cubicBezTo>
                      <a:lnTo>
                        <a:pt x="247" y="85"/>
                      </a:lnTo>
                      <a:lnTo>
                        <a:pt x="247" y="204"/>
                      </a:lnTo>
                      <a:cubicBezTo>
                        <a:pt x="247" y="216"/>
                        <a:pt x="237" y="226"/>
                        <a:pt x="225" y="226"/>
                      </a:cubicBezTo>
                      <a:lnTo>
                        <a:pt x="86" y="226"/>
                      </a:lnTo>
                      <a:lnTo>
                        <a:pt x="86" y="643"/>
                      </a:lnTo>
                      <a:cubicBezTo>
                        <a:pt x="86" y="658"/>
                        <a:pt x="98" y="670"/>
                        <a:pt x="113" y="670"/>
                      </a:cubicBezTo>
                      <a:lnTo>
                        <a:pt x="375" y="670"/>
                      </a:lnTo>
                      <a:cubicBezTo>
                        <a:pt x="366" y="699"/>
                        <a:pt x="358" y="727"/>
                        <a:pt x="353" y="756"/>
                      </a:cubicBezTo>
                      <a:lnTo>
                        <a:pt x="113" y="756"/>
                      </a:lnTo>
                      <a:cubicBezTo>
                        <a:pt x="51" y="756"/>
                        <a:pt x="0" y="705"/>
                        <a:pt x="0" y="643"/>
                      </a:cubicBezTo>
                      <a:lnTo>
                        <a:pt x="0" y="178"/>
                      </a:lnTo>
                      <a:lnTo>
                        <a:pt x="179" y="0"/>
                      </a:lnTo>
                      <a:close/>
                      <a:moveTo>
                        <a:pt x="721" y="277"/>
                      </a:moveTo>
                      <a:cubicBezTo>
                        <a:pt x="733" y="283"/>
                        <a:pt x="740" y="295"/>
                        <a:pt x="743" y="310"/>
                      </a:cubicBezTo>
                      <a:cubicBezTo>
                        <a:pt x="765" y="316"/>
                        <a:pt x="786" y="330"/>
                        <a:pt x="802" y="358"/>
                      </a:cubicBezTo>
                      <a:cubicBezTo>
                        <a:pt x="812" y="382"/>
                        <a:pt x="808" y="417"/>
                        <a:pt x="794" y="442"/>
                      </a:cubicBezTo>
                      <a:cubicBezTo>
                        <a:pt x="770" y="487"/>
                        <a:pt x="736" y="543"/>
                        <a:pt x="707" y="588"/>
                      </a:cubicBezTo>
                      <a:cubicBezTo>
                        <a:pt x="688" y="595"/>
                        <a:pt x="692" y="556"/>
                        <a:pt x="699" y="546"/>
                      </a:cubicBezTo>
                      <a:cubicBezTo>
                        <a:pt x="723" y="510"/>
                        <a:pt x="743" y="477"/>
                        <a:pt x="762" y="413"/>
                      </a:cubicBezTo>
                      <a:cubicBezTo>
                        <a:pt x="766" y="382"/>
                        <a:pt x="752" y="368"/>
                        <a:pt x="743" y="355"/>
                      </a:cubicBezTo>
                      <a:cubicBezTo>
                        <a:pt x="742" y="358"/>
                        <a:pt x="742" y="360"/>
                        <a:pt x="741" y="363"/>
                      </a:cubicBezTo>
                      <a:cubicBezTo>
                        <a:pt x="723" y="355"/>
                        <a:pt x="706" y="346"/>
                        <a:pt x="688" y="337"/>
                      </a:cubicBezTo>
                      <a:cubicBezTo>
                        <a:pt x="670" y="327"/>
                        <a:pt x="653" y="314"/>
                        <a:pt x="636" y="302"/>
                      </a:cubicBezTo>
                      <a:cubicBezTo>
                        <a:pt x="669" y="274"/>
                        <a:pt x="698" y="264"/>
                        <a:pt x="721" y="277"/>
                      </a:cubicBezTo>
                      <a:close/>
                      <a:moveTo>
                        <a:pt x="734" y="395"/>
                      </a:moveTo>
                      <a:cubicBezTo>
                        <a:pt x="719" y="445"/>
                        <a:pt x="690" y="508"/>
                        <a:pt x="649" y="579"/>
                      </a:cubicBezTo>
                      <a:cubicBezTo>
                        <a:pt x="628" y="615"/>
                        <a:pt x="604" y="650"/>
                        <a:pt x="580" y="681"/>
                      </a:cubicBezTo>
                      <a:cubicBezTo>
                        <a:pt x="557" y="670"/>
                        <a:pt x="535" y="658"/>
                        <a:pt x="512" y="646"/>
                      </a:cubicBezTo>
                      <a:cubicBezTo>
                        <a:pt x="488" y="633"/>
                        <a:pt x="465" y="617"/>
                        <a:pt x="442" y="601"/>
                      </a:cubicBezTo>
                      <a:cubicBezTo>
                        <a:pt x="457" y="565"/>
                        <a:pt x="475" y="527"/>
                        <a:pt x="496" y="491"/>
                      </a:cubicBezTo>
                      <a:cubicBezTo>
                        <a:pt x="536" y="420"/>
                        <a:pt x="576" y="363"/>
                        <a:pt x="612" y="325"/>
                      </a:cubicBezTo>
                      <a:cubicBezTo>
                        <a:pt x="631" y="338"/>
                        <a:pt x="650" y="351"/>
                        <a:pt x="671" y="363"/>
                      </a:cubicBezTo>
                      <a:cubicBezTo>
                        <a:pt x="691" y="375"/>
                        <a:pt x="712" y="384"/>
                        <a:pt x="734" y="395"/>
                      </a:cubicBezTo>
                      <a:close/>
                      <a:moveTo>
                        <a:pt x="560" y="707"/>
                      </a:moveTo>
                      <a:cubicBezTo>
                        <a:pt x="486" y="797"/>
                        <a:pt x="410" y="858"/>
                        <a:pt x="392" y="848"/>
                      </a:cubicBezTo>
                      <a:cubicBezTo>
                        <a:pt x="375" y="838"/>
                        <a:pt x="389" y="742"/>
                        <a:pt x="430" y="632"/>
                      </a:cubicBezTo>
                      <a:cubicBezTo>
                        <a:pt x="451" y="645"/>
                        <a:pt x="472" y="659"/>
                        <a:pt x="494" y="672"/>
                      </a:cubicBezTo>
                      <a:cubicBezTo>
                        <a:pt x="516" y="685"/>
                        <a:pt x="538" y="695"/>
                        <a:pt x="560" y="707"/>
                      </a:cubicBezTo>
                      <a:close/>
                      <a:moveTo>
                        <a:pt x="294" y="149"/>
                      </a:moveTo>
                      <a:lnTo>
                        <a:pt x="482" y="149"/>
                      </a:lnTo>
                      <a:lnTo>
                        <a:pt x="482" y="193"/>
                      </a:lnTo>
                      <a:lnTo>
                        <a:pt x="294" y="193"/>
                      </a:lnTo>
                      <a:lnTo>
                        <a:pt x="294" y="149"/>
                      </a:lnTo>
                      <a:close/>
                      <a:moveTo>
                        <a:pt x="148" y="437"/>
                      </a:moveTo>
                      <a:lnTo>
                        <a:pt x="258" y="437"/>
                      </a:lnTo>
                      <a:lnTo>
                        <a:pt x="258" y="480"/>
                      </a:lnTo>
                      <a:lnTo>
                        <a:pt x="148" y="480"/>
                      </a:lnTo>
                      <a:lnTo>
                        <a:pt x="148" y="437"/>
                      </a:lnTo>
                      <a:close/>
                      <a:moveTo>
                        <a:pt x="148" y="337"/>
                      </a:moveTo>
                      <a:lnTo>
                        <a:pt x="482" y="337"/>
                      </a:lnTo>
                      <a:lnTo>
                        <a:pt x="482" y="381"/>
                      </a:lnTo>
                      <a:lnTo>
                        <a:pt x="148" y="381"/>
                      </a:lnTo>
                      <a:lnTo>
                        <a:pt x="148" y="337"/>
                      </a:lnTo>
                      <a:close/>
                      <a:moveTo>
                        <a:pt x="148" y="245"/>
                      </a:moveTo>
                      <a:lnTo>
                        <a:pt x="482" y="245"/>
                      </a:lnTo>
                      <a:lnTo>
                        <a:pt x="482" y="288"/>
                      </a:lnTo>
                      <a:lnTo>
                        <a:pt x="148" y="288"/>
                      </a:lnTo>
                      <a:lnTo>
                        <a:pt x="148" y="245"/>
                      </a:lnTo>
                      <a:close/>
                      <a:moveTo>
                        <a:pt x="111" y="187"/>
                      </a:moveTo>
                      <a:lnTo>
                        <a:pt x="193" y="187"/>
                      </a:lnTo>
                      <a:cubicBezTo>
                        <a:pt x="201" y="187"/>
                        <a:pt x="208" y="181"/>
                        <a:pt x="208" y="173"/>
                      </a:cubicBezTo>
                      <a:lnTo>
                        <a:pt x="208" y="91"/>
                      </a:lnTo>
                      <a:lnTo>
                        <a:pt x="111" y="1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3" name="Rectangle 14"/>
              <p:cNvSpPr>
                <a:spLocks noChangeArrowheads="1"/>
              </p:cNvSpPr>
              <p:nvPr/>
            </p:nvSpPr>
            <p:spPr bwMode="auto">
              <a:xfrm>
                <a:off x="5581874" y="2234939"/>
                <a:ext cx="706755" cy="294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2</a:t>
                </a:r>
                <a:endParaRPr lang="en-US" altLang="zh-CN" sz="16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84" name="TextBox 59"/>
              <p:cNvSpPr txBox="1">
                <a:spLocks noChangeArrowheads="1"/>
              </p:cNvSpPr>
              <p:nvPr/>
            </p:nvSpPr>
            <p:spPr bwMode="auto">
              <a:xfrm>
                <a:off x="6566161" y="2152389"/>
                <a:ext cx="294005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启发</a:t>
                </a:r>
                <a:r>
                  <a:rPr lang="zh-CN" altLang="en-US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算法设计</a:t>
                </a:r>
                <a:endParaRPr lang="zh-CN" altLang="en-US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 flipH="1">
              <a:off x="6433491" y="2147214"/>
              <a:ext cx="4171535" cy="80892"/>
              <a:chOff x="2272062" y="2596259"/>
              <a:chExt cx="4173708" cy="80934"/>
            </a:xfrm>
          </p:grpSpPr>
          <p:cxnSp>
            <p:nvCxnSpPr>
              <p:cNvPr id="86" name="直接连接符 85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87" name="矩形 86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88" name="组合 87"/>
          <p:cNvGrpSpPr/>
          <p:nvPr/>
        </p:nvGrpSpPr>
        <p:grpSpPr>
          <a:xfrm>
            <a:off x="6104150" y="3105027"/>
            <a:ext cx="4890672" cy="576262"/>
            <a:chOff x="5714354" y="1664538"/>
            <a:chExt cx="4890672" cy="576262"/>
          </a:xfrm>
        </p:grpSpPr>
        <p:grpSp>
          <p:nvGrpSpPr>
            <p:cNvPr id="89" name="组合 88"/>
            <p:cNvGrpSpPr/>
            <p:nvPr/>
          </p:nvGrpSpPr>
          <p:grpSpPr>
            <a:xfrm>
              <a:off x="5714354" y="1664538"/>
              <a:ext cx="4752975" cy="576262"/>
              <a:chOff x="4753236" y="2069839"/>
              <a:chExt cx="4752975" cy="576262"/>
            </a:xfrm>
          </p:grpSpPr>
          <p:grpSp>
            <p:nvGrpSpPr>
              <p:cNvPr id="90" name="组合 21"/>
              <p:cNvGrpSpPr/>
              <p:nvPr/>
            </p:nvGrpSpPr>
            <p:grpSpPr bwMode="auto">
              <a:xfrm>
                <a:off x="4753236" y="2069839"/>
                <a:ext cx="576262" cy="576262"/>
                <a:chOff x="6170389" y="2579551"/>
                <a:chExt cx="576064" cy="576064"/>
              </a:xfrm>
            </p:grpSpPr>
            <p:sp>
              <p:nvSpPr>
                <p:cNvPr id="91" name="圆角矩形 10"/>
                <p:cNvSpPr>
                  <a:spLocks noChangeArrowheads="1"/>
                </p:cNvSpPr>
                <p:nvPr/>
              </p:nvSpPr>
              <p:spPr bwMode="auto">
                <a:xfrm>
                  <a:off x="6170389" y="2579551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2" name="Freeform 27"/>
                <p:cNvSpPr>
                  <a:spLocks noEditPoints="1"/>
                </p:cNvSpPr>
                <p:nvPr/>
              </p:nvSpPr>
              <p:spPr bwMode="auto">
                <a:xfrm>
                  <a:off x="6396159" y="2711328"/>
                  <a:ext cx="312142" cy="334857"/>
                </a:xfrm>
                <a:custGeom>
                  <a:avLst/>
                  <a:gdLst>
                    <a:gd name="T0" fmla="*/ 2147483646 w 812"/>
                    <a:gd name="T1" fmla="*/ 0 h 858"/>
                    <a:gd name="T2" fmla="*/ 2147483646 w 812"/>
                    <a:gd name="T3" fmla="*/ 2147483646 h 858"/>
                    <a:gd name="T4" fmla="*/ 2147483646 w 812"/>
                    <a:gd name="T5" fmla="*/ 2147483646 h 858"/>
                    <a:gd name="T6" fmla="*/ 2147483646 w 812"/>
                    <a:gd name="T7" fmla="*/ 2147483646 h 858"/>
                    <a:gd name="T8" fmla="*/ 2147483646 w 812"/>
                    <a:gd name="T9" fmla="*/ 2147483646 h 858"/>
                    <a:gd name="T10" fmla="*/ 2147483646 w 812"/>
                    <a:gd name="T11" fmla="*/ 2147483646 h 858"/>
                    <a:gd name="T12" fmla="*/ 2147483646 w 812"/>
                    <a:gd name="T13" fmla="*/ 2147483646 h 858"/>
                    <a:gd name="T14" fmla="*/ 2147483646 w 812"/>
                    <a:gd name="T15" fmla="*/ 2147483646 h 858"/>
                    <a:gd name="T16" fmla="*/ 0 w 812"/>
                    <a:gd name="T17" fmla="*/ 2147483646 h 858"/>
                    <a:gd name="T18" fmla="*/ 2147483646 w 812"/>
                    <a:gd name="T19" fmla="*/ 2147483646 h 858"/>
                    <a:gd name="T20" fmla="*/ 2147483646 w 812"/>
                    <a:gd name="T21" fmla="*/ 2147483646 h 858"/>
                    <a:gd name="T22" fmla="*/ 2147483646 w 812"/>
                    <a:gd name="T23" fmla="*/ 2147483646 h 858"/>
                    <a:gd name="T24" fmla="*/ 2147483646 w 812"/>
                    <a:gd name="T25" fmla="*/ 2147483646 h 858"/>
                    <a:gd name="T26" fmla="*/ 2147483646 w 812"/>
                    <a:gd name="T27" fmla="*/ 2147483646 h 858"/>
                    <a:gd name="T28" fmla="*/ 2147483646 w 812"/>
                    <a:gd name="T29" fmla="*/ 2147483646 h 858"/>
                    <a:gd name="T30" fmla="*/ 2147483646 w 812"/>
                    <a:gd name="T31" fmla="*/ 2147483646 h 858"/>
                    <a:gd name="T32" fmla="*/ 2147483646 w 812"/>
                    <a:gd name="T33" fmla="*/ 2147483646 h 858"/>
                    <a:gd name="T34" fmla="*/ 2147483646 w 812"/>
                    <a:gd name="T35" fmla="*/ 2147483646 h 858"/>
                    <a:gd name="T36" fmla="*/ 2147483646 w 812"/>
                    <a:gd name="T37" fmla="*/ 2147483646 h 858"/>
                    <a:gd name="T38" fmla="*/ 2147483646 w 812"/>
                    <a:gd name="T39" fmla="*/ 2147483646 h 858"/>
                    <a:gd name="T40" fmla="*/ 2147483646 w 812"/>
                    <a:gd name="T41" fmla="*/ 2147483646 h 858"/>
                    <a:gd name="T42" fmla="*/ 2147483646 w 812"/>
                    <a:gd name="T43" fmla="*/ 2147483646 h 858"/>
                    <a:gd name="T44" fmla="*/ 2147483646 w 812"/>
                    <a:gd name="T45" fmla="*/ 2147483646 h 858"/>
                    <a:gd name="T46" fmla="*/ 2147483646 w 812"/>
                    <a:gd name="T47" fmla="*/ 2147483646 h 858"/>
                    <a:gd name="T48" fmla="*/ 2147483646 w 812"/>
                    <a:gd name="T49" fmla="*/ 2147483646 h 858"/>
                    <a:gd name="T50" fmla="*/ 2147483646 w 812"/>
                    <a:gd name="T51" fmla="*/ 2147483646 h 858"/>
                    <a:gd name="T52" fmla="*/ 2147483646 w 812"/>
                    <a:gd name="T53" fmla="*/ 2147483646 h 858"/>
                    <a:gd name="T54" fmla="*/ 2147483646 w 812"/>
                    <a:gd name="T55" fmla="*/ 2147483646 h 858"/>
                    <a:gd name="T56" fmla="*/ 2147483646 w 812"/>
                    <a:gd name="T57" fmla="*/ 2147483646 h 858"/>
                    <a:gd name="T58" fmla="*/ 2147483646 w 812"/>
                    <a:gd name="T59" fmla="*/ 2147483646 h 858"/>
                    <a:gd name="T60" fmla="*/ 2147483646 w 812"/>
                    <a:gd name="T61" fmla="*/ 2147483646 h 858"/>
                    <a:gd name="T62" fmla="*/ 2147483646 w 812"/>
                    <a:gd name="T63" fmla="*/ 2147483646 h 858"/>
                    <a:gd name="T64" fmla="*/ 2147483646 w 812"/>
                    <a:gd name="T65" fmla="*/ 2147483646 h 858"/>
                    <a:gd name="T66" fmla="*/ 2147483646 w 812"/>
                    <a:gd name="T67" fmla="*/ 2147483646 h 858"/>
                    <a:gd name="T68" fmla="*/ 2147483646 w 812"/>
                    <a:gd name="T69" fmla="*/ 2147483646 h 85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812" h="858">
                      <a:moveTo>
                        <a:pt x="179" y="0"/>
                      </a:moveTo>
                      <a:lnTo>
                        <a:pt x="507" y="0"/>
                      </a:lnTo>
                      <a:cubicBezTo>
                        <a:pt x="569" y="0"/>
                        <a:pt x="620" y="51"/>
                        <a:pt x="620" y="113"/>
                      </a:cubicBezTo>
                      <a:lnTo>
                        <a:pt x="620" y="264"/>
                      </a:lnTo>
                      <a:cubicBezTo>
                        <a:pt x="584" y="292"/>
                        <a:pt x="563" y="318"/>
                        <a:pt x="535" y="356"/>
                      </a:cubicBezTo>
                      <a:lnTo>
                        <a:pt x="535" y="113"/>
                      </a:lnTo>
                      <a:cubicBezTo>
                        <a:pt x="535" y="98"/>
                        <a:pt x="522" y="85"/>
                        <a:pt x="507" y="85"/>
                      </a:cubicBezTo>
                      <a:lnTo>
                        <a:pt x="247" y="85"/>
                      </a:lnTo>
                      <a:lnTo>
                        <a:pt x="247" y="204"/>
                      </a:lnTo>
                      <a:cubicBezTo>
                        <a:pt x="247" y="216"/>
                        <a:pt x="237" y="226"/>
                        <a:pt x="225" y="226"/>
                      </a:cubicBezTo>
                      <a:lnTo>
                        <a:pt x="86" y="226"/>
                      </a:lnTo>
                      <a:lnTo>
                        <a:pt x="86" y="643"/>
                      </a:lnTo>
                      <a:cubicBezTo>
                        <a:pt x="86" y="658"/>
                        <a:pt x="98" y="670"/>
                        <a:pt x="113" y="670"/>
                      </a:cubicBezTo>
                      <a:lnTo>
                        <a:pt x="375" y="670"/>
                      </a:lnTo>
                      <a:cubicBezTo>
                        <a:pt x="366" y="699"/>
                        <a:pt x="358" y="727"/>
                        <a:pt x="353" y="756"/>
                      </a:cubicBezTo>
                      <a:lnTo>
                        <a:pt x="113" y="756"/>
                      </a:lnTo>
                      <a:cubicBezTo>
                        <a:pt x="51" y="756"/>
                        <a:pt x="0" y="705"/>
                        <a:pt x="0" y="643"/>
                      </a:cubicBezTo>
                      <a:lnTo>
                        <a:pt x="0" y="178"/>
                      </a:lnTo>
                      <a:lnTo>
                        <a:pt x="179" y="0"/>
                      </a:lnTo>
                      <a:close/>
                      <a:moveTo>
                        <a:pt x="721" y="277"/>
                      </a:moveTo>
                      <a:cubicBezTo>
                        <a:pt x="733" y="283"/>
                        <a:pt x="740" y="295"/>
                        <a:pt x="743" y="310"/>
                      </a:cubicBezTo>
                      <a:cubicBezTo>
                        <a:pt x="765" y="316"/>
                        <a:pt x="786" y="330"/>
                        <a:pt x="802" y="358"/>
                      </a:cubicBezTo>
                      <a:cubicBezTo>
                        <a:pt x="812" y="382"/>
                        <a:pt x="808" y="417"/>
                        <a:pt x="794" y="442"/>
                      </a:cubicBezTo>
                      <a:cubicBezTo>
                        <a:pt x="770" y="487"/>
                        <a:pt x="736" y="543"/>
                        <a:pt x="707" y="588"/>
                      </a:cubicBezTo>
                      <a:cubicBezTo>
                        <a:pt x="688" y="595"/>
                        <a:pt x="692" y="556"/>
                        <a:pt x="699" y="546"/>
                      </a:cubicBezTo>
                      <a:cubicBezTo>
                        <a:pt x="723" y="510"/>
                        <a:pt x="743" y="477"/>
                        <a:pt x="762" y="413"/>
                      </a:cubicBezTo>
                      <a:cubicBezTo>
                        <a:pt x="766" y="382"/>
                        <a:pt x="752" y="368"/>
                        <a:pt x="743" y="355"/>
                      </a:cubicBezTo>
                      <a:cubicBezTo>
                        <a:pt x="742" y="358"/>
                        <a:pt x="742" y="360"/>
                        <a:pt x="741" y="363"/>
                      </a:cubicBezTo>
                      <a:cubicBezTo>
                        <a:pt x="723" y="355"/>
                        <a:pt x="706" y="346"/>
                        <a:pt x="688" y="337"/>
                      </a:cubicBezTo>
                      <a:cubicBezTo>
                        <a:pt x="670" y="327"/>
                        <a:pt x="653" y="314"/>
                        <a:pt x="636" y="302"/>
                      </a:cubicBezTo>
                      <a:cubicBezTo>
                        <a:pt x="669" y="274"/>
                        <a:pt x="698" y="264"/>
                        <a:pt x="721" y="277"/>
                      </a:cubicBezTo>
                      <a:close/>
                      <a:moveTo>
                        <a:pt x="734" y="395"/>
                      </a:moveTo>
                      <a:cubicBezTo>
                        <a:pt x="719" y="445"/>
                        <a:pt x="690" y="508"/>
                        <a:pt x="649" y="579"/>
                      </a:cubicBezTo>
                      <a:cubicBezTo>
                        <a:pt x="628" y="615"/>
                        <a:pt x="604" y="650"/>
                        <a:pt x="580" y="681"/>
                      </a:cubicBezTo>
                      <a:cubicBezTo>
                        <a:pt x="557" y="670"/>
                        <a:pt x="535" y="658"/>
                        <a:pt x="512" y="646"/>
                      </a:cubicBezTo>
                      <a:cubicBezTo>
                        <a:pt x="488" y="633"/>
                        <a:pt x="465" y="617"/>
                        <a:pt x="442" y="601"/>
                      </a:cubicBezTo>
                      <a:cubicBezTo>
                        <a:pt x="457" y="565"/>
                        <a:pt x="475" y="527"/>
                        <a:pt x="496" y="491"/>
                      </a:cubicBezTo>
                      <a:cubicBezTo>
                        <a:pt x="536" y="420"/>
                        <a:pt x="576" y="363"/>
                        <a:pt x="612" y="325"/>
                      </a:cubicBezTo>
                      <a:cubicBezTo>
                        <a:pt x="631" y="338"/>
                        <a:pt x="650" y="351"/>
                        <a:pt x="671" y="363"/>
                      </a:cubicBezTo>
                      <a:cubicBezTo>
                        <a:pt x="691" y="375"/>
                        <a:pt x="712" y="384"/>
                        <a:pt x="734" y="395"/>
                      </a:cubicBezTo>
                      <a:close/>
                      <a:moveTo>
                        <a:pt x="560" y="707"/>
                      </a:moveTo>
                      <a:cubicBezTo>
                        <a:pt x="486" y="797"/>
                        <a:pt x="410" y="858"/>
                        <a:pt x="392" y="848"/>
                      </a:cubicBezTo>
                      <a:cubicBezTo>
                        <a:pt x="375" y="838"/>
                        <a:pt x="389" y="742"/>
                        <a:pt x="430" y="632"/>
                      </a:cubicBezTo>
                      <a:cubicBezTo>
                        <a:pt x="451" y="645"/>
                        <a:pt x="472" y="659"/>
                        <a:pt x="494" y="672"/>
                      </a:cubicBezTo>
                      <a:cubicBezTo>
                        <a:pt x="516" y="685"/>
                        <a:pt x="538" y="695"/>
                        <a:pt x="560" y="707"/>
                      </a:cubicBezTo>
                      <a:close/>
                      <a:moveTo>
                        <a:pt x="294" y="149"/>
                      </a:moveTo>
                      <a:lnTo>
                        <a:pt x="482" y="149"/>
                      </a:lnTo>
                      <a:lnTo>
                        <a:pt x="482" y="193"/>
                      </a:lnTo>
                      <a:lnTo>
                        <a:pt x="294" y="193"/>
                      </a:lnTo>
                      <a:lnTo>
                        <a:pt x="294" y="149"/>
                      </a:lnTo>
                      <a:close/>
                      <a:moveTo>
                        <a:pt x="148" y="437"/>
                      </a:moveTo>
                      <a:lnTo>
                        <a:pt x="258" y="437"/>
                      </a:lnTo>
                      <a:lnTo>
                        <a:pt x="258" y="480"/>
                      </a:lnTo>
                      <a:lnTo>
                        <a:pt x="148" y="480"/>
                      </a:lnTo>
                      <a:lnTo>
                        <a:pt x="148" y="437"/>
                      </a:lnTo>
                      <a:close/>
                      <a:moveTo>
                        <a:pt x="148" y="337"/>
                      </a:moveTo>
                      <a:lnTo>
                        <a:pt x="482" y="337"/>
                      </a:lnTo>
                      <a:lnTo>
                        <a:pt x="482" y="381"/>
                      </a:lnTo>
                      <a:lnTo>
                        <a:pt x="148" y="381"/>
                      </a:lnTo>
                      <a:lnTo>
                        <a:pt x="148" y="337"/>
                      </a:lnTo>
                      <a:close/>
                      <a:moveTo>
                        <a:pt x="148" y="245"/>
                      </a:moveTo>
                      <a:lnTo>
                        <a:pt x="482" y="245"/>
                      </a:lnTo>
                      <a:lnTo>
                        <a:pt x="482" y="288"/>
                      </a:lnTo>
                      <a:lnTo>
                        <a:pt x="148" y="288"/>
                      </a:lnTo>
                      <a:lnTo>
                        <a:pt x="148" y="245"/>
                      </a:lnTo>
                      <a:close/>
                      <a:moveTo>
                        <a:pt x="111" y="187"/>
                      </a:moveTo>
                      <a:lnTo>
                        <a:pt x="193" y="187"/>
                      </a:lnTo>
                      <a:cubicBezTo>
                        <a:pt x="201" y="187"/>
                        <a:pt x="208" y="181"/>
                        <a:pt x="208" y="173"/>
                      </a:cubicBezTo>
                      <a:lnTo>
                        <a:pt x="208" y="91"/>
                      </a:lnTo>
                      <a:lnTo>
                        <a:pt x="111" y="1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93" name="Rectangle 14"/>
              <p:cNvSpPr>
                <a:spLocks noChangeArrowheads="1"/>
              </p:cNvSpPr>
              <p:nvPr/>
            </p:nvSpPr>
            <p:spPr bwMode="auto">
              <a:xfrm>
                <a:off x="5581874" y="2234939"/>
                <a:ext cx="706755" cy="294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3</a:t>
                </a:r>
                <a:endParaRPr lang="en-US" altLang="zh-CN" sz="16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94" name="TextBox 59"/>
              <p:cNvSpPr txBox="1">
                <a:spLocks noChangeArrowheads="1"/>
              </p:cNvSpPr>
              <p:nvPr/>
            </p:nvSpPr>
            <p:spPr bwMode="auto">
              <a:xfrm>
                <a:off x="6566161" y="2152389"/>
                <a:ext cx="294005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整体</a:t>
                </a:r>
                <a:r>
                  <a:rPr lang="zh-CN" altLang="en-US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架构</a:t>
                </a:r>
                <a:endParaRPr lang="zh-CN" altLang="en-US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 flipH="1">
              <a:off x="6433491" y="2147214"/>
              <a:ext cx="4171535" cy="80892"/>
              <a:chOff x="2272062" y="2596259"/>
              <a:chExt cx="4173708" cy="80934"/>
            </a:xfrm>
          </p:grpSpPr>
          <p:cxnSp>
            <p:nvCxnSpPr>
              <p:cNvPr id="96" name="直接连接符 95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97" name="矩形 96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5" t="7890" r="2901" b="2300"/>
          <a:stretch>
            <a:fillRect/>
          </a:stretch>
        </p:blipFill>
        <p:spPr>
          <a:xfrm>
            <a:off x="0" y="0"/>
            <a:ext cx="12192000" cy="7313228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2425700" y="-1"/>
            <a:ext cx="3670300" cy="6286501"/>
          </a:xfrm>
          <a:prstGeom prst="rect">
            <a:avLst/>
          </a:prstGeom>
          <a:gradFill flip="none" rotWithShape="1">
            <a:gsLst>
              <a:gs pos="0">
                <a:srgbClr val="F6F7F7"/>
              </a:gs>
              <a:gs pos="97345">
                <a:schemeClr val="bg1">
                  <a:alpha val="0"/>
                </a:schemeClr>
              </a:gs>
              <a:gs pos="82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-133745" y="4723107"/>
            <a:ext cx="12459490" cy="3845071"/>
            <a:chOff x="-133745" y="4009642"/>
            <a:chExt cx="12459490" cy="3845071"/>
          </a:xfrm>
        </p:grpSpPr>
        <p:sp>
          <p:nvSpPr>
            <p:cNvPr id="19" name="任意多边形: 形状 18"/>
            <p:cNvSpPr/>
            <p:nvPr/>
          </p:nvSpPr>
          <p:spPr>
            <a:xfrm>
              <a:off x="-133745" y="4009642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noFill/>
            <a:ln w="12700" cap="flat" cmpd="sng" algn="ctr">
              <a:solidFill>
                <a:srgbClr val="244C89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-133745" y="4394283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solidFill>
              <a:srgbClr val="244C8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635000" dist="38100" dir="10800000" algn="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-133745" y="4935769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825219" y="1081844"/>
            <a:ext cx="3487228" cy="31534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en-US" altLang="zh-CN" sz="19900" b="1" dirty="0">
                <a:solidFill>
                  <a:srgbClr val="244C8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1</a:t>
            </a:r>
            <a:endParaRPr lang="en-US" altLang="zh-CN" sz="19900" b="1" dirty="0">
              <a:solidFill>
                <a:srgbClr val="244C89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5580063" y="2131775"/>
            <a:ext cx="4890672" cy="822325"/>
            <a:chOff x="5714354" y="1606753"/>
            <a:chExt cx="4890672" cy="822325"/>
          </a:xfrm>
        </p:grpSpPr>
        <p:grpSp>
          <p:nvGrpSpPr>
            <p:cNvPr id="74" name="组合 73"/>
            <p:cNvGrpSpPr/>
            <p:nvPr/>
          </p:nvGrpSpPr>
          <p:grpSpPr>
            <a:xfrm>
              <a:off x="5714354" y="1606753"/>
              <a:ext cx="4752975" cy="822325"/>
              <a:chOff x="4753236" y="2012054"/>
              <a:chExt cx="4752975" cy="822325"/>
            </a:xfrm>
          </p:grpSpPr>
          <p:grpSp>
            <p:nvGrpSpPr>
              <p:cNvPr id="78" name="组合 21"/>
              <p:cNvGrpSpPr/>
              <p:nvPr/>
            </p:nvGrpSpPr>
            <p:grpSpPr bwMode="auto">
              <a:xfrm>
                <a:off x="4753236" y="2069839"/>
                <a:ext cx="576262" cy="576262"/>
                <a:chOff x="6170389" y="2579551"/>
                <a:chExt cx="576064" cy="576064"/>
              </a:xfrm>
            </p:grpSpPr>
            <p:sp>
              <p:nvSpPr>
                <p:cNvPr id="81" name="圆角矩形 10"/>
                <p:cNvSpPr>
                  <a:spLocks noChangeArrowheads="1"/>
                </p:cNvSpPr>
                <p:nvPr/>
              </p:nvSpPr>
              <p:spPr bwMode="auto">
                <a:xfrm>
                  <a:off x="6170389" y="2579551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 27"/>
                <p:cNvSpPr>
                  <a:spLocks noEditPoints="1"/>
                </p:cNvSpPr>
                <p:nvPr/>
              </p:nvSpPr>
              <p:spPr bwMode="auto">
                <a:xfrm>
                  <a:off x="6344742" y="2711328"/>
                  <a:ext cx="312142" cy="334857"/>
                </a:xfrm>
                <a:custGeom>
                  <a:avLst/>
                  <a:gdLst>
                    <a:gd name="T0" fmla="*/ 2147483646 w 812"/>
                    <a:gd name="T1" fmla="*/ 0 h 858"/>
                    <a:gd name="T2" fmla="*/ 2147483646 w 812"/>
                    <a:gd name="T3" fmla="*/ 2147483646 h 858"/>
                    <a:gd name="T4" fmla="*/ 2147483646 w 812"/>
                    <a:gd name="T5" fmla="*/ 2147483646 h 858"/>
                    <a:gd name="T6" fmla="*/ 2147483646 w 812"/>
                    <a:gd name="T7" fmla="*/ 2147483646 h 858"/>
                    <a:gd name="T8" fmla="*/ 2147483646 w 812"/>
                    <a:gd name="T9" fmla="*/ 2147483646 h 858"/>
                    <a:gd name="T10" fmla="*/ 2147483646 w 812"/>
                    <a:gd name="T11" fmla="*/ 2147483646 h 858"/>
                    <a:gd name="T12" fmla="*/ 2147483646 w 812"/>
                    <a:gd name="T13" fmla="*/ 2147483646 h 858"/>
                    <a:gd name="T14" fmla="*/ 2147483646 w 812"/>
                    <a:gd name="T15" fmla="*/ 2147483646 h 858"/>
                    <a:gd name="T16" fmla="*/ 0 w 812"/>
                    <a:gd name="T17" fmla="*/ 2147483646 h 858"/>
                    <a:gd name="T18" fmla="*/ 2147483646 w 812"/>
                    <a:gd name="T19" fmla="*/ 2147483646 h 858"/>
                    <a:gd name="T20" fmla="*/ 2147483646 w 812"/>
                    <a:gd name="T21" fmla="*/ 2147483646 h 858"/>
                    <a:gd name="T22" fmla="*/ 2147483646 w 812"/>
                    <a:gd name="T23" fmla="*/ 2147483646 h 858"/>
                    <a:gd name="T24" fmla="*/ 2147483646 w 812"/>
                    <a:gd name="T25" fmla="*/ 2147483646 h 858"/>
                    <a:gd name="T26" fmla="*/ 2147483646 w 812"/>
                    <a:gd name="T27" fmla="*/ 2147483646 h 858"/>
                    <a:gd name="T28" fmla="*/ 2147483646 w 812"/>
                    <a:gd name="T29" fmla="*/ 2147483646 h 858"/>
                    <a:gd name="T30" fmla="*/ 2147483646 w 812"/>
                    <a:gd name="T31" fmla="*/ 2147483646 h 858"/>
                    <a:gd name="T32" fmla="*/ 2147483646 w 812"/>
                    <a:gd name="T33" fmla="*/ 2147483646 h 858"/>
                    <a:gd name="T34" fmla="*/ 2147483646 w 812"/>
                    <a:gd name="T35" fmla="*/ 2147483646 h 858"/>
                    <a:gd name="T36" fmla="*/ 2147483646 w 812"/>
                    <a:gd name="T37" fmla="*/ 2147483646 h 858"/>
                    <a:gd name="T38" fmla="*/ 2147483646 w 812"/>
                    <a:gd name="T39" fmla="*/ 2147483646 h 858"/>
                    <a:gd name="T40" fmla="*/ 2147483646 w 812"/>
                    <a:gd name="T41" fmla="*/ 2147483646 h 858"/>
                    <a:gd name="T42" fmla="*/ 2147483646 w 812"/>
                    <a:gd name="T43" fmla="*/ 2147483646 h 858"/>
                    <a:gd name="T44" fmla="*/ 2147483646 w 812"/>
                    <a:gd name="T45" fmla="*/ 2147483646 h 858"/>
                    <a:gd name="T46" fmla="*/ 2147483646 w 812"/>
                    <a:gd name="T47" fmla="*/ 2147483646 h 858"/>
                    <a:gd name="T48" fmla="*/ 2147483646 w 812"/>
                    <a:gd name="T49" fmla="*/ 2147483646 h 858"/>
                    <a:gd name="T50" fmla="*/ 2147483646 w 812"/>
                    <a:gd name="T51" fmla="*/ 2147483646 h 858"/>
                    <a:gd name="T52" fmla="*/ 2147483646 w 812"/>
                    <a:gd name="T53" fmla="*/ 2147483646 h 858"/>
                    <a:gd name="T54" fmla="*/ 2147483646 w 812"/>
                    <a:gd name="T55" fmla="*/ 2147483646 h 858"/>
                    <a:gd name="T56" fmla="*/ 2147483646 w 812"/>
                    <a:gd name="T57" fmla="*/ 2147483646 h 858"/>
                    <a:gd name="T58" fmla="*/ 2147483646 w 812"/>
                    <a:gd name="T59" fmla="*/ 2147483646 h 858"/>
                    <a:gd name="T60" fmla="*/ 2147483646 w 812"/>
                    <a:gd name="T61" fmla="*/ 2147483646 h 858"/>
                    <a:gd name="T62" fmla="*/ 2147483646 w 812"/>
                    <a:gd name="T63" fmla="*/ 2147483646 h 858"/>
                    <a:gd name="T64" fmla="*/ 2147483646 w 812"/>
                    <a:gd name="T65" fmla="*/ 2147483646 h 858"/>
                    <a:gd name="T66" fmla="*/ 2147483646 w 812"/>
                    <a:gd name="T67" fmla="*/ 2147483646 h 858"/>
                    <a:gd name="T68" fmla="*/ 2147483646 w 812"/>
                    <a:gd name="T69" fmla="*/ 2147483646 h 85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812" h="858">
                      <a:moveTo>
                        <a:pt x="179" y="0"/>
                      </a:moveTo>
                      <a:lnTo>
                        <a:pt x="507" y="0"/>
                      </a:lnTo>
                      <a:cubicBezTo>
                        <a:pt x="569" y="0"/>
                        <a:pt x="620" y="51"/>
                        <a:pt x="620" y="113"/>
                      </a:cubicBezTo>
                      <a:lnTo>
                        <a:pt x="620" y="264"/>
                      </a:lnTo>
                      <a:cubicBezTo>
                        <a:pt x="584" y="292"/>
                        <a:pt x="563" y="318"/>
                        <a:pt x="535" y="356"/>
                      </a:cubicBezTo>
                      <a:lnTo>
                        <a:pt x="535" y="113"/>
                      </a:lnTo>
                      <a:cubicBezTo>
                        <a:pt x="535" y="98"/>
                        <a:pt x="522" y="85"/>
                        <a:pt x="507" y="85"/>
                      </a:cubicBezTo>
                      <a:lnTo>
                        <a:pt x="247" y="85"/>
                      </a:lnTo>
                      <a:lnTo>
                        <a:pt x="247" y="204"/>
                      </a:lnTo>
                      <a:cubicBezTo>
                        <a:pt x="247" y="216"/>
                        <a:pt x="237" y="226"/>
                        <a:pt x="225" y="226"/>
                      </a:cubicBezTo>
                      <a:lnTo>
                        <a:pt x="86" y="226"/>
                      </a:lnTo>
                      <a:lnTo>
                        <a:pt x="86" y="643"/>
                      </a:lnTo>
                      <a:cubicBezTo>
                        <a:pt x="86" y="658"/>
                        <a:pt x="98" y="670"/>
                        <a:pt x="113" y="670"/>
                      </a:cubicBezTo>
                      <a:lnTo>
                        <a:pt x="375" y="670"/>
                      </a:lnTo>
                      <a:cubicBezTo>
                        <a:pt x="366" y="699"/>
                        <a:pt x="358" y="727"/>
                        <a:pt x="353" y="756"/>
                      </a:cubicBezTo>
                      <a:lnTo>
                        <a:pt x="113" y="756"/>
                      </a:lnTo>
                      <a:cubicBezTo>
                        <a:pt x="51" y="756"/>
                        <a:pt x="0" y="705"/>
                        <a:pt x="0" y="643"/>
                      </a:cubicBezTo>
                      <a:lnTo>
                        <a:pt x="0" y="178"/>
                      </a:lnTo>
                      <a:lnTo>
                        <a:pt x="179" y="0"/>
                      </a:lnTo>
                      <a:close/>
                      <a:moveTo>
                        <a:pt x="721" y="277"/>
                      </a:moveTo>
                      <a:cubicBezTo>
                        <a:pt x="733" y="283"/>
                        <a:pt x="740" y="295"/>
                        <a:pt x="743" y="310"/>
                      </a:cubicBezTo>
                      <a:cubicBezTo>
                        <a:pt x="765" y="316"/>
                        <a:pt x="786" y="330"/>
                        <a:pt x="802" y="358"/>
                      </a:cubicBezTo>
                      <a:cubicBezTo>
                        <a:pt x="812" y="382"/>
                        <a:pt x="808" y="417"/>
                        <a:pt x="794" y="442"/>
                      </a:cubicBezTo>
                      <a:cubicBezTo>
                        <a:pt x="770" y="487"/>
                        <a:pt x="736" y="543"/>
                        <a:pt x="707" y="588"/>
                      </a:cubicBezTo>
                      <a:cubicBezTo>
                        <a:pt x="688" y="595"/>
                        <a:pt x="692" y="556"/>
                        <a:pt x="699" y="546"/>
                      </a:cubicBezTo>
                      <a:cubicBezTo>
                        <a:pt x="723" y="510"/>
                        <a:pt x="743" y="477"/>
                        <a:pt x="762" y="413"/>
                      </a:cubicBezTo>
                      <a:cubicBezTo>
                        <a:pt x="766" y="382"/>
                        <a:pt x="752" y="368"/>
                        <a:pt x="743" y="355"/>
                      </a:cubicBezTo>
                      <a:cubicBezTo>
                        <a:pt x="742" y="358"/>
                        <a:pt x="742" y="360"/>
                        <a:pt x="741" y="363"/>
                      </a:cubicBezTo>
                      <a:cubicBezTo>
                        <a:pt x="723" y="355"/>
                        <a:pt x="706" y="346"/>
                        <a:pt x="688" y="337"/>
                      </a:cubicBezTo>
                      <a:cubicBezTo>
                        <a:pt x="670" y="327"/>
                        <a:pt x="653" y="314"/>
                        <a:pt x="636" y="302"/>
                      </a:cubicBezTo>
                      <a:cubicBezTo>
                        <a:pt x="669" y="274"/>
                        <a:pt x="698" y="264"/>
                        <a:pt x="721" y="277"/>
                      </a:cubicBezTo>
                      <a:close/>
                      <a:moveTo>
                        <a:pt x="734" y="395"/>
                      </a:moveTo>
                      <a:cubicBezTo>
                        <a:pt x="719" y="445"/>
                        <a:pt x="690" y="508"/>
                        <a:pt x="649" y="579"/>
                      </a:cubicBezTo>
                      <a:cubicBezTo>
                        <a:pt x="628" y="615"/>
                        <a:pt x="604" y="650"/>
                        <a:pt x="580" y="681"/>
                      </a:cubicBezTo>
                      <a:cubicBezTo>
                        <a:pt x="557" y="670"/>
                        <a:pt x="535" y="658"/>
                        <a:pt x="512" y="646"/>
                      </a:cubicBezTo>
                      <a:cubicBezTo>
                        <a:pt x="488" y="633"/>
                        <a:pt x="465" y="617"/>
                        <a:pt x="442" y="601"/>
                      </a:cubicBezTo>
                      <a:cubicBezTo>
                        <a:pt x="457" y="565"/>
                        <a:pt x="475" y="527"/>
                        <a:pt x="496" y="491"/>
                      </a:cubicBezTo>
                      <a:cubicBezTo>
                        <a:pt x="536" y="420"/>
                        <a:pt x="576" y="363"/>
                        <a:pt x="612" y="325"/>
                      </a:cubicBezTo>
                      <a:cubicBezTo>
                        <a:pt x="631" y="338"/>
                        <a:pt x="650" y="351"/>
                        <a:pt x="671" y="363"/>
                      </a:cubicBezTo>
                      <a:cubicBezTo>
                        <a:pt x="691" y="375"/>
                        <a:pt x="712" y="384"/>
                        <a:pt x="734" y="395"/>
                      </a:cubicBezTo>
                      <a:close/>
                      <a:moveTo>
                        <a:pt x="560" y="707"/>
                      </a:moveTo>
                      <a:cubicBezTo>
                        <a:pt x="486" y="797"/>
                        <a:pt x="410" y="858"/>
                        <a:pt x="392" y="848"/>
                      </a:cubicBezTo>
                      <a:cubicBezTo>
                        <a:pt x="375" y="838"/>
                        <a:pt x="389" y="742"/>
                        <a:pt x="430" y="632"/>
                      </a:cubicBezTo>
                      <a:cubicBezTo>
                        <a:pt x="451" y="645"/>
                        <a:pt x="472" y="659"/>
                        <a:pt x="494" y="672"/>
                      </a:cubicBezTo>
                      <a:cubicBezTo>
                        <a:pt x="516" y="685"/>
                        <a:pt x="538" y="695"/>
                        <a:pt x="560" y="707"/>
                      </a:cubicBezTo>
                      <a:close/>
                      <a:moveTo>
                        <a:pt x="294" y="149"/>
                      </a:moveTo>
                      <a:lnTo>
                        <a:pt x="482" y="149"/>
                      </a:lnTo>
                      <a:lnTo>
                        <a:pt x="482" y="193"/>
                      </a:lnTo>
                      <a:lnTo>
                        <a:pt x="294" y="193"/>
                      </a:lnTo>
                      <a:lnTo>
                        <a:pt x="294" y="149"/>
                      </a:lnTo>
                      <a:close/>
                      <a:moveTo>
                        <a:pt x="148" y="437"/>
                      </a:moveTo>
                      <a:lnTo>
                        <a:pt x="258" y="437"/>
                      </a:lnTo>
                      <a:lnTo>
                        <a:pt x="258" y="480"/>
                      </a:lnTo>
                      <a:lnTo>
                        <a:pt x="148" y="480"/>
                      </a:lnTo>
                      <a:lnTo>
                        <a:pt x="148" y="437"/>
                      </a:lnTo>
                      <a:close/>
                      <a:moveTo>
                        <a:pt x="148" y="337"/>
                      </a:moveTo>
                      <a:lnTo>
                        <a:pt x="482" y="337"/>
                      </a:lnTo>
                      <a:lnTo>
                        <a:pt x="482" y="381"/>
                      </a:lnTo>
                      <a:lnTo>
                        <a:pt x="148" y="381"/>
                      </a:lnTo>
                      <a:lnTo>
                        <a:pt x="148" y="337"/>
                      </a:lnTo>
                      <a:close/>
                      <a:moveTo>
                        <a:pt x="148" y="245"/>
                      </a:moveTo>
                      <a:lnTo>
                        <a:pt x="482" y="245"/>
                      </a:lnTo>
                      <a:lnTo>
                        <a:pt x="482" y="288"/>
                      </a:lnTo>
                      <a:lnTo>
                        <a:pt x="148" y="288"/>
                      </a:lnTo>
                      <a:lnTo>
                        <a:pt x="148" y="245"/>
                      </a:lnTo>
                      <a:close/>
                      <a:moveTo>
                        <a:pt x="111" y="187"/>
                      </a:moveTo>
                      <a:lnTo>
                        <a:pt x="193" y="187"/>
                      </a:lnTo>
                      <a:cubicBezTo>
                        <a:pt x="201" y="187"/>
                        <a:pt x="208" y="181"/>
                        <a:pt x="208" y="173"/>
                      </a:cubicBezTo>
                      <a:lnTo>
                        <a:pt x="208" y="91"/>
                      </a:lnTo>
                      <a:lnTo>
                        <a:pt x="111" y="1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9" name="Rectangle 14"/>
              <p:cNvSpPr>
                <a:spLocks noChangeArrowheads="1"/>
              </p:cNvSpPr>
              <p:nvPr/>
            </p:nvSpPr>
            <p:spPr bwMode="auto">
              <a:xfrm>
                <a:off x="5581874" y="2234939"/>
                <a:ext cx="706755" cy="294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  <a:endParaRPr lang="en-US" altLang="zh-CN" sz="16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80" name="TextBox 59"/>
              <p:cNvSpPr txBox="1">
                <a:spLocks noChangeArrowheads="1"/>
              </p:cNvSpPr>
              <p:nvPr/>
            </p:nvSpPr>
            <p:spPr bwMode="auto">
              <a:xfrm>
                <a:off x="6379471" y="2012054"/>
                <a:ext cx="3126740" cy="822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       </a:t>
                </a:r>
                <a:r>
                  <a:rPr lang="zh-CN" altLang="en-US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构造解</a:t>
                </a:r>
                <a:r>
                  <a:rPr lang="zh-CN" altLang="en-US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设计</a:t>
                </a:r>
                <a:endParaRPr lang="zh-CN" altLang="en-US" sz="32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 flipH="1">
              <a:off x="6433491" y="2147214"/>
              <a:ext cx="4171535" cy="80892"/>
              <a:chOff x="2272062" y="2596259"/>
              <a:chExt cx="4173708" cy="80934"/>
            </a:xfrm>
          </p:grpSpPr>
          <p:cxnSp>
            <p:nvCxnSpPr>
              <p:cNvPr id="76" name="直接连接符 75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77" name="矩形 76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58813" y="258246"/>
            <a:ext cx="576262" cy="576262"/>
            <a:chOff x="416756" y="345952"/>
            <a:chExt cx="576262" cy="576262"/>
          </a:xfrm>
        </p:grpSpPr>
        <p:sp>
          <p:nvSpPr>
            <p:cNvPr id="28" name="圆角矩形 10"/>
            <p:cNvSpPr>
              <a:spLocks noChangeArrowheads="1"/>
            </p:cNvSpPr>
            <p:nvPr/>
          </p:nvSpPr>
          <p:spPr bwMode="auto">
            <a:xfrm>
              <a:off x="416756" y="345952"/>
              <a:ext cx="576262" cy="576262"/>
            </a:xfrm>
            <a:prstGeom prst="roundRect">
              <a:avLst>
                <a:gd name="adj" fmla="val 16667"/>
              </a:avLst>
            </a:prstGeom>
            <a:solidFill>
              <a:srgbClr val="244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548762" y="466597"/>
              <a:ext cx="312249" cy="334972"/>
            </a:xfrm>
            <a:custGeom>
              <a:avLst/>
              <a:gdLst>
                <a:gd name="T0" fmla="*/ 2147483646 w 812"/>
                <a:gd name="T1" fmla="*/ 0 h 858"/>
                <a:gd name="T2" fmla="*/ 2147483646 w 812"/>
                <a:gd name="T3" fmla="*/ 2147483646 h 858"/>
                <a:gd name="T4" fmla="*/ 2147483646 w 812"/>
                <a:gd name="T5" fmla="*/ 2147483646 h 858"/>
                <a:gd name="T6" fmla="*/ 2147483646 w 812"/>
                <a:gd name="T7" fmla="*/ 2147483646 h 858"/>
                <a:gd name="T8" fmla="*/ 2147483646 w 812"/>
                <a:gd name="T9" fmla="*/ 2147483646 h 858"/>
                <a:gd name="T10" fmla="*/ 2147483646 w 812"/>
                <a:gd name="T11" fmla="*/ 2147483646 h 858"/>
                <a:gd name="T12" fmla="*/ 2147483646 w 812"/>
                <a:gd name="T13" fmla="*/ 2147483646 h 858"/>
                <a:gd name="T14" fmla="*/ 2147483646 w 812"/>
                <a:gd name="T15" fmla="*/ 2147483646 h 858"/>
                <a:gd name="T16" fmla="*/ 0 w 812"/>
                <a:gd name="T17" fmla="*/ 2147483646 h 858"/>
                <a:gd name="T18" fmla="*/ 2147483646 w 812"/>
                <a:gd name="T19" fmla="*/ 2147483646 h 858"/>
                <a:gd name="T20" fmla="*/ 2147483646 w 812"/>
                <a:gd name="T21" fmla="*/ 2147483646 h 858"/>
                <a:gd name="T22" fmla="*/ 2147483646 w 812"/>
                <a:gd name="T23" fmla="*/ 2147483646 h 858"/>
                <a:gd name="T24" fmla="*/ 2147483646 w 812"/>
                <a:gd name="T25" fmla="*/ 2147483646 h 858"/>
                <a:gd name="T26" fmla="*/ 2147483646 w 812"/>
                <a:gd name="T27" fmla="*/ 2147483646 h 858"/>
                <a:gd name="T28" fmla="*/ 2147483646 w 812"/>
                <a:gd name="T29" fmla="*/ 2147483646 h 858"/>
                <a:gd name="T30" fmla="*/ 2147483646 w 812"/>
                <a:gd name="T31" fmla="*/ 2147483646 h 858"/>
                <a:gd name="T32" fmla="*/ 2147483646 w 812"/>
                <a:gd name="T33" fmla="*/ 2147483646 h 858"/>
                <a:gd name="T34" fmla="*/ 2147483646 w 812"/>
                <a:gd name="T35" fmla="*/ 2147483646 h 858"/>
                <a:gd name="T36" fmla="*/ 2147483646 w 812"/>
                <a:gd name="T37" fmla="*/ 2147483646 h 858"/>
                <a:gd name="T38" fmla="*/ 2147483646 w 812"/>
                <a:gd name="T39" fmla="*/ 2147483646 h 858"/>
                <a:gd name="T40" fmla="*/ 2147483646 w 812"/>
                <a:gd name="T41" fmla="*/ 2147483646 h 858"/>
                <a:gd name="T42" fmla="*/ 2147483646 w 812"/>
                <a:gd name="T43" fmla="*/ 2147483646 h 858"/>
                <a:gd name="T44" fmla="*/ 2147483646 w 812"/>
                <a:gd name="T45" fmla="*/ 2147483646 h 858"/>
                <a:gd name="T46" fmla="*/ 2147483646 w 812"/>
                <a:gd name="T47" fmla="*/ 2147483646 h 858"/>
                <a:gd name="T48" fmla="*/ 2147483646 w 812"/>
                <a:gd name="T49" fmla="*/ 2147483646 h 858"/>
                <a:gd name="T50" fmla="*/ 2147483646 w 812"/>
                <a:gd name="T51" fmla="*/ 2147483646 h 858"/>
                <a:gd name="T52" fmla="*/ 2147483646 w 812"/>
                <a:gd name="T53" fmla="*/ 2147483646 h 858"/>
                <a:gd name="T54" fmla="*/ 2147483646 w 812"/>
                <a:gd name="T55" fmla="*/ 2147483646 h 858"/>
                <a:gd name="T56" fmla="*/ 2147483646 w 812"/>
                <a:gd name="T57" fmla="*/ 2147483646 h 858"/>
                <a:gd name="T58" fmla="*/ 2147483646 w 812"/>
                <a:gd name="T59" fmla="*/ 2147483646 h 858"/>
                <a:gd name="T60" fmla="*/ 2147483646 w 812"/>
                <a:gd name="T61" fmla="*/ 2147483646 h 858"/>
                <a:gd name="T62" fmla="*/ 2147483646 w 812"/>
                <a:gd name="T63" fmla="*/ 2147483646 h 858"/>
                <a:gd name="T64" fmla="*/ 2147483646 w 812"/>
                <a:gd name="T65" fmla="*/ 2147483646 h 858"/>
                <a:gd name="T66" fmla="*/ 2147483646 w 812"/>
                <a:gd name="T67" fmla="*/ 2147483646 h 858"/>
                <a:gd name="T68" fmla="*/ 2147483646 w 812"/>
                <a:gd name="T69" fmla="*/ 2147483646 h 8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12" h="858">
                  <a:moveTo>
                    <a:pt x="179" y="0"/>
                  </a:moveTo>
                  <a:lnTo>
                    <a:pt x="507" y="0"/>
                  </a:lnTo>
                  <a:cubicBezTo>
                    <a:pt x="569" y="0"/>
                    <a:pt x="620" y="51"/>
                    <a:pt x="620" y="113"/>
                  </a:cubicBezTo>
                  <a:lnTo>
                    <a:pt x="620" y="264"/>
                  </a:lnTo>
                  <a:cubicBezTo>
                    <a:pt x="584" y="292"/>
                    <a:pt x="563" y="318"/>
                    <a:pt x="535" y="356"/>
                  </a:cubicBezTo>
                  <a:lnTo>
                    <a:pt x="535" y="113"/>
                  </a:lnTo>
                  <a:cubicBezTo>
                    <a:pt x="535" y="98"/>
                    <a:pt x="522" y="85"/>
                    <a:pt x="507" y="85"/>
                  </a:cubicBezTo>
                  <a:lnTo>
                    <a:pt x="247" y="85"/>
                  </a:lnTo>
                  <a:lnTo>
                    <a:pt x="247" y="204"/>
                  </a:lnTo>
                  <a:cubicBezTo>
                    <a:pt x="247" y="216"/>
                    <a:pt x="237" y="226"/>
                    <a:pt x="225" y="226"/>
                  </a:cubicBezTo>
                  <a:lnTo>
                    <a:pt x="86" y="226"/>
                  </a:lnTo>
                  <a:lnTo>
                    <a:pt x="86" y="643"/>
                  </a:lnTo>
                  <a:cubicBezTo>
                    <a:pt x="86" y="658"/>
                    <a:pt x="98" y="670"/>
                    <a:pt x="113" y="670"/>
                  </a:cubicBezTo>
                  <a:lnTo>
                    <a:pt x="375" y="670"/>
                  </a:lnTo>
                  <a:cubicBezTo>
                    <a:pt x="366" y="699"/>
                    <a:pt x="358" y="727"/>
                    <a:pt x="353" y="756"/>
                  </a:cubicBezTo>
                  <a:lnTo>
                    <a:pt x="113" y="756"/>
                  </a:lnTo>
                  <a:cubicBezTo>
                    <a:pt x="51" y="756"/>
                    <a:pt x="0" y="705"/>
                    <a:pt x="0" y="643"/>
                  </a:cubicBezTo>
                  <a:lnTo>
                    <a:pt x="0" y="178"/>
                  </a:lnTo>
                  <a:lnTo>
                    <a:pt x="179" y="0"/>
                  </a:lnTo>
                  <a:close/>
                  <a:moveTo>
                    <a:pt x="721" y="277"/>
                  </a:moveTo>
                  <a:cubicBezTo>
                    <a:pt x="733" y="283"/>
                    <a:pt x="740" y="295"/>
                    <a:pt x="743" y="310"/>
                  </a:cubicBezTo>
                  <a:cubicBezTo>
                    <a:pt x="765" y="316"/>
                    <a:pt x="786" y="330"/>
                    <a:pt x="802" y="358"/>
                  </a:cubicBezTo>
                  <a:cubicBezTo>
                    <a:pt x="812" y="382"/>
                    <a:pt x="808" y="417"/>
                    <a:pt x="794" y="442"/>
                  </a:cubicBezTo>
                  <a:cubicBezTo>
                    <a:pt x="770" y="487"/>
                    <a:pt x="736" y="543"/>
                    <a:pt x="707" y="588"/>
                  </a:cubicBezTo>
                  <a:cubicBezTo>
                    <a:pt x="688" y="595"/>
                    <a:pt x="692" y="556"/>
                    <a:pt x="699" y="546"/>
                  </a:cubicBezTo>
                  <a:cubicBezTo>
                    <a:pt x="723" y="510"/>
                    <a:pt x="743" y="477"/>
                    <a:pt x="762" y="413"/>
                  </a:cubicBezTo>
                  <a:cubicBezTo>
                    <a:pt x="766" y="382"/>
                    <a:pt x="752" y="368"/>
                    <a:pt x="743" y="355"/>
                  </a:cubicBezTo>
                  <a:cubicBezTo>
                    <a:pt x="742" y="358"/>
                    <a:pt x="742" y="360"/>
                    <a:pt x="741" y="363"/>
                  </a:cubicBezTo>
                  <a:cubicBezTo>
                    <a:pt x="723" y="355"/>
                    <a:pt x="706" y="346"/>
                    <a:pt x="688" y="337"/>
                  </a:cubicBezTo>
                  <a:cubicBezTo>
                    <a:pt x="670" y="327"/>
                    <a:pt x="653" y="314"/>
                    <a:pt x="636" y="302"/>
                  </a:cubicBezTo>
                  <a:cubicBezTo>
                    <a:pt x="669" y="274"/>
                    <a:pt x="698" y="264"/>
                    <a:pt x="721" y="277"/>
                  </a:cubicBezTo>
                  <a:close/>
                  <a:moveTo>
                    <a:pt x="734" y="395"/>
                  </a:moveTo>
                  <a:cubicBezTo>
                    <a:pt x="719" y="445"/>
                    <a:pt x="690" y="508"/>
                    <a:pt x="649" y="579"/>
                  </a:cubicBezTo>
                  <a:cubicBezTo>
                    <a:pt x="628" y="615"/>
                    <a:pt x="604" y="650"/>
                    <a:pt x="580" y="681"/>
                  </a:cubicBezTo>
                  <a:cubicBezTo>
                    <a:pt x="557" y="670"/>
                    <a:pt x="535" y="658"/>
                    <a:pt x="512" y="646"/>
                  </a:cubicBezTo>
                  <a:cubicBezTo>
                    <a:pt x="488" y="633"/>
                    <a:pt x="465" y="617"/>
                    <a:pt x="442" y="601"/>
                  </a:cubicBezTo>
                  <a:cubicBezTo>
                    <a:pt x="457" y="565"/>
                    <a:pt x="475" y="527"/>
                    <a:pt x="496" y="491"/>
                  </a:cubicBezTo>
                  <a:cubicBezTo>
                    <a:pt x="536" y="420"/>
                    <a:pt x="576" y="363"/>
                    <a:pt x="612" y="325"/>
                  </a:cubicBezTo>
                  <a:cubicBezTo>
                    <a:pt x="631" y="338"/>
                    <a:pt x="650" y="351"/>
                    <a:pt x="671" y="363"/>
                  </a:cubicBezTo>
                  <a:cubicBezTo>
                    <a:pt x="691" y="375"/>
                    <a:pt x="712" y="384"/>
                    <a:pt x="734" y="395"/>
                  </a:cubicBezTo>
                  <a:close/>
                  <a:moveTo>
                    <a:pt x="560" y="707"/>
                  </a:moveTo>
                  <a:cubicBezTo>
                    <a:pt x="486" y="797"/>
                    <a:pt x="410" y="858"/>
                    <a:pt x="392" y="848"/>
                  </a:cubicBezTo>
                  <a:cubicBezTo>
                    <a:pt x="375" y="838"/>
                    <a:pt x="389" y="742"/>
                    <a:pt x="430" y="632"/>
                  </a:cubicBezTo>
                  <a:cubicBezTo>
                    <a:pt x="451" y="645"/>
                    <a:pt x="472" y="659"/>
                    <a:pt x="494" y="672"/>
                  </a:cubicBezTo>
                  <a:cubicBezTo>
                    <a:pt x="516" y="685"/>
                    <a:pt x="538" y="695"/>
                    <a:pt x="560" y="707"/>
                  </a:cubicBezTo>
                  <a:close/>
                  <a:moveTo>
                    <a:pt x="294" y="149"/>
                  </a:moveTo>
                  <a:lnTo>
                    <a:pt x="482" y="149"/>
                  </a:lnTo>
                  <a:lnTo>
                    <a:pt x="482" y="193"/>
                  </a:lnTo>
                  <a:lnTo>
                    <a:pt x="294" y="193"/>
                  </a:lnTo>
                  <a:lnTo>
                    <a:pt x="294" y="149"/>
                  </a:lnTo>
                  <a:close/>
                  <a:moveTo>
                    <a:pt x="148" y="437"/>
                  </a:moveTo>
                  <a:lnTo>
                    <a:pt x="258" y="437"/>
                  </a:lnTo>
                  <a:lnTo>
                    <a:pt x="258" y="480"/>
                  </a:lnTo>
                  <a:lnTo>
                    <a:pt x="148" y="480"/>
                  </a:lnTo>
                  <a:lnTo>
                    <a:pt x="148" y="437"/>
                  </a:lnTo>
                  <a:close/>
                  <a:moveTo>
                    <a:pt x="148" y="337"/>
                  </a:moveTo>
                  <a:lnTo>
                    <a:pt x="482" y="337"/>
                  </a:lnTo>
                  <a:lnTo>
                    <a:pt x="482" y="381"/>
                  </a:lnTo>
                  <a:lnTo>
                    <a:pt x="148" y="381"/>
                  </a:lnTo>
                  <a:lnTo>
                    <a:pt x="148" y="337"/>
                  </a:lnTo>
                  <a:close/>
                  <a:moveTo>
                    <a:pt x="148" y="245"/>
                  </a:moveTo>
                  <a:lnTo>
                    <a:pt x="482" y="245"/>
                  </a:lnTo>
                  <a:lnTo>
                    <a:pt x="482" y="288"/>
                  </a:lnTo>
                  <a:lnTo>
                    <a:pt x="148" y="288"/>
                  </a:lnTo>
                  <a:lnTo>
                    <a:pt x="148" y="245"/>
                  </a:lnTo>
                  <a:close/>
                  <a:moveTo>
                    <a:pt x="111" y="187"/>
                  </a:moveTo>
                  <a:lnTo>
                    <a:pt x="193" y="187"/>
                  </a:lnTo>
                  <a:cubicBezTo>
                    <a:pt x="201" y="187"/>
                    <a:pt x="208" y="181"/>
                    <a:pt x="208" y="173"/>
                  </a:cubicBezTo>
                  <a:lnTo>
                    <a:pt x="208" y="91"/>
                  </a:lnTo>
                  <a:lnTo>
                    <a:pt x="111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TextBox 59"/>
          <p:cNvSpPr txBox="1">
            <a:spLocks noChangeArrowheads="1"/>
          </p:cNvSpPr>
          <p:nvPr/>
        </p:nvSpPr>
        <p:spPr bwMode="auto">
          <a:xfrm>
            <a:off x="1339054" y="264177"/>
            <a:ext cx="2940050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构造解</a:t>
            </a: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设计</a:t>
            </a:r>
            <a:endParaRPr lang="zh-CN" altLang="en-US" sz="2400" b="1" dirty="0">
              <a:solidFill>
                <a:srgbClr val="313D5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421503" y="801950"/>
            <a:ext cx="4171536" cy="45719"/>
            <a:chOff x="6956001" y="1968700"/>
            <a:chExt cx="4171536" cy="45719"/>
          </a:xfrm>
        </p:grpSpPr>
        <p:cxnSp>
          <p:nvCxnSpPr>
            <p:cNvPr id="31" name="直接连接符 30"/>
            <p:cNvCxnSpPr/>
            <p:nvPr/>
          </p:nvCxnSpPr>
          <p:spPr>
            <a:xfrm flipH="1">
              <a:off x="6970986" y="2009999"/>
              <a:ext cx="4156551" cy="0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2" name="矩形 31"/>
            <p:cNvSpPr/>
            <p:nvPr/>
          </p:nvSpPr>
          <p:spPr>
            <a:xfrm flipH="1">
              <a:off x="6956001" y="1968700"/>
              <a:ext cx="950535" cy="45719"/>
            </a:xfrm>
            <a:prstGeom prst="rect">
              <a:avLst/>
            </a:prstGeom>
            <a:solidFill>
              <a:srgbClr val="244C8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lnSpc>
                  <a:spcPct val="120000"/>
                </a:lnSpc>
                <a:defRPr/>
              </a:pPr>
              <a:endParaRPr lang="zh-CN" altLang="en-US" sz="1800" kern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066415" y="1469390"/>
            <a:ext cx="413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8565" y="970915"/>
            <a:ext cx="7772400" cy="5226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58813" y="258246"/>
            <a:ext cx="576262" cy="576262"/>
            <a:chOff x="416756" y="345952"/>
            <a:chExt cx="576262" cy="576262"/>
          </a:xfrm>
        </p:grpSpPr>
        <p:sp>
          <p:nvSpPr>
            <p:cNvPr id="28" name="圆角矩形 10"/>
            <p:cNvSpPr>
              <a:spLocks noChangeArrowheads="1"/>
            </p:cNvSpPr>
            <p:nvPr/>
          </p:nvSpPr>
          <p:spPr bwMode="auto">
            <a:xfrm>
              <a:off x="416756" y="345952"/>
              <a:ext cx="576262" cy="576262"/>
            </a:xfrm>
            <a:prstGeom prst="roundRect">
              <a:avLst>
                <a:gd name="adj" fmla="val 16667"/>
              </a:avLst>
            </a:prstGeom>
            <a:solidFill>
              <a:srgbClr val="244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548762" y="466597"/>
              <a:ext cx="312249" cy="334972"/>
            </a:xfrm>
            <a:custGeom>
              <a:avLst/>
              <a:gdLst>
                <a:gd name="T0" fmla="*/ 2147483646 w 812"/>
                <a:gd name="T1" fmla="*/ 0 h 858"/>
                <a:gd name="T2" fmla="*/ 2147483646 w 812"/>
                <a:gd name="T3" fmla="*/ 2147483646 h 858"/>
                <a:gd name="T4" fmla="*/ 2147483646 w 812"/>
                <a:gd name="T5" fmla="*/ 2147483646 h 858"/>
                <a:gd name="T6" fmla="*/ 2147483646 w 812"/>
                <a:gd name="T7" fmla="*/ 2147483646 h 858"/>
                <a:gd name="T8" fmla="*/ 2147483646 w 812"/>
                <a:gd name="T9" fmla="*/ 2147483646 h 858"/>
                <a:gd name="T10" fmla="*/ 2147483646 w 812"/>
                <a:gd name="T11" fmla="*/ 2147483646 h 858"/>
                <a:gd name="T12" fmla="*/ 2147483646 w 812"/>
                <a:gd name="T13" fmla="*/ 2147483646 h 858"/>
                <a:gd name="T14" fmla="*/ 2147483646 w 812"/>
                <a:gd name="T15" fmla="*/ 2147483646 h 858"/>
                <a:gd name="T16" fmla="*/ 0 w 812"/>
                <a:gd name="T17" fmla="*/ 2147483646 h 858"/>
                <a:gd name="T18" fmla="*/ 2147483646 w 812"/>
                <a:gd name="T19" fmla="*/ 2147483646 h 858"/>
                <a:gd name="T20" fmla="*/ 2147483646 w 812"/>
                <a:gd name="T21" fmla="*/ 2147483646 h 858"/>
                <a:gd name="T22" fmla="*/ 2147483646 w 812"/>
                <a:gd name="T23" fmla="*/ 2147483646 h 858"/>
                <a:gd name="T24" fmla="*/ 2147483646 w 812"/>
                <a:gd name="T25" fmla="*/ 2147483646 h 858"/>
                <a:gd name="T26" fmla="*/ 2147483646 w 812"/>
                <a:gd name="T27" fmla="*/ 2147483646 h 858"/>
                <a:gd name="T28" fmla="*/ 2147483646 w 812"/>
                <a:gd name="T29" fmla="*/ 2147483646 h 858"/>
                <a:gd name="T30" fmla="*/ 2147483646 w 812"/>
                <a:gd name="T31" fmla="*/ 2147483646 h 858"/>
                <a:gd name="T32" fmla="*/ 2147483646 w 812"/>
                <a:gd name="T33" fmla="*/ 2147483646 h 858"/>
                <a:gd name="T34" fmla="*/ 2147483646 w 812"/>
                <a:gd name="T35" fmla="*/ 2147483646 h 858"/>
                <a:gd name="T36" fmla="*/ 2147483646 w 812"/>
                <a:gd name="T37" fmla="*/ 2147483646 h 858"/>
                <a:gd name="T38" fmla="*/ 2147483646 w 812"/>
                <a:gd name="T39" fmla="*/ 2147483646 h 858"/>
                <a:gd name="T40" fmla="*/ 2147483646 w 812"/>
                <a:gd name="T41" fmla="*/ 2147483646 h 858"/>
                <a:gd name="T42" fmla="*/ 2147483646 w 812"/>
                <a:gd name="T43" fmla="*/ 2147483646 h 858"/>
                <a:gd name="T44" fmla="*/ 2147483646 w 812"/>
                <a:gd name="T45" fmla="*/ 2147483646 h 858"/>
                <a:gd name="T46" fmla="*/ 2147483646 w 812"/>
                <a:gd name="T47" fmla="*/ 2147483646 h 858"/>
                <a:gd name="T48" fmla="*/ 2147483646 w 812"/>
                <a:gd name="T49" fmla="*/ 2147483646 h 858"/>
                <a:gd name="T50" fmla="*/ 2147483646 w 812"/>
                <a:gd name="T51" fmla="*/ 2147483646 h 858"/>
                <a:gd name="T52" fmla="*/ 2147483646 w 812"/>
                <a:gd name="T53" fmla="*/ 2147483646 h 858"/>
                <a:gd name="T54" fmla="*/ 2147483646 w 812"/>
                <a:gd name="T55" fmla="*/ 2147483646 h 858"/>
                <a:gd name="T56" fmla="*/ 2147483646 w 812"/>
                <a:gd name="T57" fmla="*/ 2147483646 h 858"/>
                <a:gd name="T58" fmla="*/ 2147483646 w 812"/>
                <a:gd name="T59" fmla="*/ 2147483646 h 858"/>
                <a:gd name="T60" fmla="*/ 2147483646 w 812"/>
                <a:gd name="T61" fmla="*/ 2147483646 h 858"/>
                <a:gd name="T62" fmla="*/ 2147483646 w 812"/>
                <a:gd name="T63" fmla="*/ 2147483646 h 858"/>
                <a:gd name="T64" fmla="*/ 2147483646 w 812"/>
                <a:gd name="T65" fmla="*/ 2147483646 h 858"/>
                <a:gd name="T66" fmla="*/ 2147483646 w 812"/>
                <a:gd name="T67" fmla="*/ 2147483646 h 858"/>
                <a:gd name="T68" fmla="*/ 2147483646 w 812"/>
                <a:gd name="T69" fmla="*/ 2147483646 h 8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12" h="858">
                  <a:moveTo>
                    <a:pt x="179" y="0"/>
                  </a:moveTo>
                  <a:lnTo>
                    <a:pt x="507" y="0"/>
                  </a:lnTo>
                  <a:cubicBezTo>
                    <a:pt x="569" y="0"/>
                    <a:pt x="620" y="51"/>
                    <a:pt x="620" y="113"/>
                  </a:cubicBezTo>
                  <a:lnTo>
                    <a:pt x="620" y="264"/>
                  </a:lnTo>
                  <a:cubicBezTo>
                    <a:pt x="584" y="292"/>
                    <a:pt x="563" y="318"/>
                    <a:pt x="535" y="356"/>
                  </a:cubicBezTo>
                  <a:lnTo>
                    <a:pt x="535" y="113"/>
                  </a:lnTo>
                  <a:cubicBezTo>
                    <a:pt x="535" y="98"/>
                    <a:pt x="522" y="85"/>
                    <a:pt x="507" y="85"/>
                  </a:cubicBezTo>
                  <a:lnTo>
                    <a:pt x="247" y="85"/>
                  </a:lnTo>
                  <a:lnTo>
                    <a:pt x="247" y="204"/>
                  </a:lnTo>
                  <a:cubicBezTo>
                    <a:pt x="247" y="216"/>
                    <a:pt x="237" y="226"/>
                    <a:pt x="225" y="226"/>
                  </a:cubicBezTo>
                  <a:lnTo>
                    <a:pt x="86" y="226"/>
                  </a:lnTo>
                  <a:lnTo>
                    <a:pt x="86" y="643"/>
                  </a:lnTo>
                  <a:cubicBezTo>
                    <a:pt x="86" y="658"/>
                    <a:pt x="98" y="670"/>
                    <a:pt x="113" y="670"/>
                  </a:cubicBezTo>
                  <a:lnTo>
                    <a:pt x="375" y="670"/>
                  </a:lnTo>
                  <a:cubicBezTo>
                    <a:pt x="366" y="699"/>
                    <a:pt x="358" y="727"/>
                    <a:pt x="353" y="756"/>
                  </a:cubicBezTo>
                  <a:lnTo>
                    <a:pt x="113" y="756"/>
                  </a:lnTo>
                  <a:cubicBezTo>
                    <a:pt x="51" y="756"/>
                    <a:pt x="0" y="705"/>
                    <a:pt x="0" y="643"/>
                  </a:cubicBezTo>
                  <a:lnTo>
                    <a:pt x="0" y="178"/>
                  </a:lnTo>
                  <a:lnTo>
                    <a:pt x="179" y="0"/>
                  </a:lnTo>
                  <a:close/>
                  <a:moveTo>
                    <a:pt x="721" y="277"/>
                  </a:moveTo>
                  <a:cubicBezTo>
                    <a:pt x="733" y="283"/>
                    <a:pt x="740" y="295"/>
                    <a:pt x="743" y="310"/>
                  </a:cubicBezTo>
                  <a:cubicBezTo>
                    <a:pt x="765" y="316"/>
                    <a:pt x="786" y="330"/>
                    <a:pt x="802" y="358"/>
                  </a:cubicBezTo>
                  <a:cubicBezTo>
                    <a:pt x="812" y="382"/>
                    <a:pt x="808" y="417"/>
                    <a:pt x="794" y="442"/>
                  </a:cubicBezTo>
                  <a:cubicBezTo>
                    <a:pt x="770" y="487"/>
                    <a:pt x="736" y="543"/>
                    <a:pt x="707" y="588"/>
                  </a:cubicBezTo>
                  <a:cubicBezTo>
                    <a:pt x="688" y="595"/>
                    <a:pt x="692" y="556"/>
                    <a:pt x="699" y="546"/>
                  </a:cubicBezTo>
                  <a:cubicBezTo>
                    <a:pt x="723" y="510"/>
                    <a:pt x="743" y="477"/>
                    <a:pt x="762" y="413"/>
                  </a:cubicBezTo>
                  <a:cubicBezTo>
                    <a:pt x="766" y="382"/>
                    <a:pt x="752" y="368"/>
                    <a:pt x="743" y="355"/>
                  </a:cubicBezTo>
                  <a:cubicBezTo>
                    <a:pt x="742" y="358"/>
                    <a:pt x="742" y="360"/>
                    <a:pt x="741" y="363"/>
                  </a:cubicBezTo>
                  <a:cubicBezTo>
                    <a:pt x="723" y="355"/>
                    <a:pt x="706" y="346"/>
                    <a:pt x="688" y="337"/>
                  </a:cubicBezTo>
                  <a:cubicBezTo>
                    <a:pt x="670" y="327"/>
                    <a:pt x="653" y="314"/>
                    <a:pt x="636" y="302"/>
                  </a:cubicBezTo>
                  <a:cubicBezTo>
                    <a:pt x="669" y="274"/>
                    <a:pt x="698" y="264"/>
                    <a:pt x="721" y="277"/>
                  </a:cubicBezTo>
                  <a:close/>
                  <a:moveTo>
                    <a:pt x="734" y="395"/>
                  </a:moveTo>
                  <a:cubicBezTo>
                    <a:pt x="719" y="445"/>
                    <a:pt x="690" y="508"/>
                    <a:pt x="649" y="579"/>
                  </a:cubicBezTo>
                  <a:cubicBezTo>
                    <a:pt x="628" y="615"/>
                    <a:pt x="604" y="650"/>
                    <a:pt x="580" y="681"/>
                  </a:cubicBezTo>
                  <a:cubicBezTo>
                    <a:pt x="557" y="670"/>
                    <a:pt x="535" y="658"/>
                    <a:pt x="512" y="646"/>
                  </a:cubicBezTo>
                  <a:cubicBezTo>
                    <a:pt x="488" y="633"/>
                    <a:pt x="465" y="617"/>
                    <a:pt x="442" y="601"/>
                  </a:cubicBezTo>
                  <a:cubicBezTo>
                    <a:pt x="457" y="565"/>
                    <a:pt x="475" y="527"/>
                    <a:pt x="496" y="491"/>
                  </a:cubicBezTo>
                  <a:cubicBezTo>
                    <a:pt x="536" y="420"/>
                    <a:pt x="576" y="363"/>
                    <a:pt x="612" y="325"/>
                  </a:cubicBezTo>
                  <a:cubicBezTo>
                    <a:pt x="631" y="338"/>
                    <a:pt x="650" y="351"/>
                    <a:pt x="671" y="363"/>
                  </a:cubicBezTo>
                  <a:cubicBezTo>
                    <a:pt x="691" y="375"/>
                    <a:pt x="712" y="384"/>
                    <a:pt x="734" y="395"/>
                  </a:cubicBezTo>
                  <a:close/>
                  <a:moveTo>
                    <a:pt x="560" y="707"/>
                  </a:moveTo>
                  <a:cubicBezTo>
                    <a:pt x="486" y="797"/>
                    <a:pt x="410" y="858"/>
                    <a:pt x="392" y="848"/>
                  </a:cubicBezTo>
                  <a:cubicBezTo>
                    <a:pt x="375" y="838"/>
                    <a:pt x="389" y="742"/>
                    <a:pt x="430" y="632"/>
                  </a:cubicBezTo>
                  <a:cubicBezTo>
                    <a:pt x="451" y="645"/>
                    <a:pt x="472" y="659"/>
                    <a:pt x="494" y="672"/>
                  </a:cubicBezTo>
                  <a:cubicBezTo>
                    <a:pt x="516" y="685"/>
                    <a:pt x="538" y="695"/>
                    <a:pt x="560" y="707"/>
                  </a:cubicBezTo>
                  <a:close/>
                  <a:moveTo>
                    <a:pt x="294" y="149"/>
                  </a:moveTo>
                  <a:lnTo>
                    <a:pt x="482" y="149"/>
                  </a:lnTo>
                  <a:lnTo>
                    <a:pt x="482" y="193"/>
                  </a:lnTo>
                  <a:lnTo>
                    <a:pt x="294" y="193"/>
                  </a:lnTo>
                  <a:lnTo>
                    <a:pt x="294" y="149"/>
                  </a:lnTo>
                  <a:close/>
                  <a:moveTo>
                    <a:pt x="148" y="437"/>
                  </a:moveTo>
                  <a:lnTo>
                    <a:pt x="258" y="437"/>
                  </a:lnTo>
                  <a:lnTo>
                    <a:pt x="258" y="480"/>
                  </a:lnTo>
                  <a:lnTo>
                    <a:pt x="148" y="480"/>
                  </a:lnTo>
                  <a:lnTo>
                    <a:pt x="148" y="437"/>
                  </a:lnTo>
                  <a:close/>
                  <a:moveTo>
                    <a:pt x="148" y="337"/>
                  </a:moveTo>
                  <a:lnTo>
                    <a:pt x="482" y="337"/>
                  </a:lnTo>
                  <a:lnTo>
                    <a:pt x="482" y="381"/>
                  </a:lnTo>
                  <a:lnTo>
                    <a:pt x="148" y="381"/>
                  </a:lnTo>
                  <a:lnTo>
                    <a:pt x="148" y="337"/>
                  </a:lnTo>
                  <a:close/>
                  <a:moveTo>
                    <a:pt x="148" y="245"/>
                  </a:moveTo>
                  <a:lnTo>
                    <a:pt x="482" y="245"/>
                  </a:lnTo>
                  <a:lnTo>
                    <a:pt x="482" y="288"/>
                  </a:lnTo>
                  <a:lnTo>
                    <a:pt x="148" y="288"/>
                  </a:lnTo>
                  <a:lnTo>
                    <a:pt x="148" y="245"/>
                  </a:lnTo>
                  <a:close/>
                  <a:moveTo>
                    <a:pt x="111" y="187"/>
                  </a:moveTo>
                  <a:lnTo>
                    <a:pt x="193" y="187"/>
                  </a:lnTo>
                  <a:cubicBezTo>
                    <a:pt x="201" y="187"/>
                    <a:pt x="208" y="181"/>
                    <a:pt x="208" y="173"/>
                  </a:cubicBezTo>
                  <a:lnTo>
                    <a:pt x="208" y="91"/>
                  </a:lnTo>
                  <a:lnTo>
                    <a:pt x="111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TextBox 59"/>
          <p:cNvSpPr txBox="1">
            <a:spLocks noChangeArrowheads="1"/>
          </p:cNvSpPr>
          <p:nvPr/>
        </p:nvSpPr>
        <p:spPr bwMode="auto">
          <a:xfrm>
            <a:off x="1436209" y="264177"/>
            <a:ext cx="2940050" cy="97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构造解设计</a:t>
            </a:r>
            <a:endParaRPr lang="zh-CN" altLang="en-US" sz="2400" b="1" dirty="0">
              <a:solidFill>
                <a:srgbClr val="313D51"/>
              </a:solidFill>
              <a:latin typeface="+mn-lt"/>
              <a:ea typeface="+mn-ea"/>
              <a:cs typeface="+mn-ea"/>
              <a:sym typeface="+mn-lt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 b="1" dirty="0">
              <a:solidFill>
                <a:srgbClr val="313D5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421503" y="801950"/>
            <a:ext cx="4171536" cy="45719"/>
            <a:chOff x="6956001" y="1968700"/>
            <a:chExt cx="4171536" cy="45719"/>
          </a:xfrm>
        </p:grpSpPr>
        <p:cxnSp>
          <p:nvCxnSpPr>
            <p:cNvPr id="31" name="直接连接符 30"/>
            <p:cNvCxnSpPr/>
            <p:nvPr/>
          </p:nvCxnSpPr>
          <p:spPr>
            <a:xfrm flipH="1">
              <a:off x="6970986" y="2009999"/>
              <a:ext cx="4156551" cy="0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2" name="矩形 31"/>
            <p:cNvSpPr/>
            <p:nvPr/>
          </p:nvSpPr>
          <p:spPr>
            <a:xfrm flipH="1">
              <a:off x="6956001" y="1968700"/>
              <a:ext cx="950535" cy="45719"/>
            </a:xfrm>
            <a:prstGeom prst="rect">
              <a:avLst/>
            </a:prstGeom>
            <a:solidFill>
              <a:srgbClr val="244C8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lnSpc>
                  <a:spcPct val="120000"/>
                </a:lnSpc>
                <a:defRPr/>
              </a:pPr>
              <a:endParaRPr lang="zh-CN" altLang="en-US" sz="1800" kern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066415" y="1469390"/>
            <a:ext cx="413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5" name="图片 4" descr="最短链接过程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241425"/>
            <a:ext cx="8730615" cy="49371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405880" y="379095"/>
            <a:ext cx="4603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最短链接的构造过程</a:t>
            </a:r>
            <a:endParaRPr lang="zh-CN" altLang="en-US" sz="3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58813" y="258246"/>
            <a:ext cx="576262" cy="576262"/>
            <a:chOff x="416756" y="345952"/>
            <a:chExt cx="576262" cy="576262"/>
          </a:xfrm>
        </p:grpSpPr>
        <p:sp>
          <p:nvSpPr>
            <p:cNvPr id="28" name="圆角矩形 10"/>
            <p:cNvSpPr>
              <a:spLocks noChangeArrowheads="1"/>
            </p:cNvSpPr>
            <p:nvPr/>
          </p:nvSpPr>
          <p:spPr bwMode="auto">
            <a:xfrm>
              <a:off x="416756" y="345952"/>
              <a:ext cx="576262" cy="576262"/>
            </a:xfrm>
            <a:prstGeom prst="roundRect">
              <a:avLst>
                <a:gd name="adj" fmla="val 16667"/>
              </a:avLst>
            </a:prstGeom>
            <a:solidFill>
              <a:srgbClr val="244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548762" y="466597"/>
              <a:ext cx="312249" cy="334972"/>
            </a:xfrm>
            <a:custGeom>
              <a:avLst/>
              <a:gdLst>
                <a:gd name="T0" fmla="*/ 2147483646 w 812"/>
                <a:gd name="T1" fmla="*/ 0 h 858"/>
                <a:gd name="T2" fmla="*/ 2147483646 w 812"/>
                <a:gd name="T3" fmla="*/ 2147483646 h 858"/>
                <a:gd name="T4" fmla="*/ 2147483646 w 812"/>
                <a:gd name="T5" fmla="*/ 2147483646 h 858"/>
                <a:gd name="T6" fmla="*/ 2147483646 w 812"/>
                <a:gd name="T7" fmla="*/ 2147483646 h 858"/>
                <a:gd name="T8" fmla="*/ 2147483646 w 812"/>
                <a:gd name="T9" fmla="*/ 2147483646 h 858"/>
                <a:gd name="T10" fmla="*/ 2147483646 w 812"/>
                <a:gd name="T11" fmla="*/ 2147483646 h 858"/>
                <a:gd name="T12" fmla="*/ 2147483646 w 812"/>
                <a:gd name="T13" fmla="*/ 2147483646 h 858"/>
                <a:gd name="T14" fmla="*/ 2147483646 w 812"/>
                <a:gd name="T15" fmla="*/ 2147483646 h 858"/>
                <a:gd name="T16" fmla="*/ 0 w 812"/>
                <a:gd name="T17" fmla="*/ 2147483646 h 858"/>
                <a:gd name="T18" fmla="*/ 2147483646 w 812"/>
                <a:gd name="T19" fmla="*/ 2147483646 h 858"/>
                <a:gd name="T20" fmla="*/ 2147483646 w 812"/>
                <a:gd name="T21" fmla="*/ 2147483646 h 858"/>
                <a:gd name="T22" fmla="*/ 2147483646 w 812"/>
                <a:gd name="T23" fmla="*/ 2147483646 h 858"/>
                <a:gd name="T24" fmla="*/ 2147483646 w 812"/>
                <a:gd name="T25" fmla="*/ 2147483646 h 858"/>
                <a:gd name="T26" fmla="*/ 2147483646 w 812"/>
                <a:gd name="T27" fmla="*/ 2147483646 h 858"/>
                <a:gd name="T28" fmla="*/ 2147483646 w 812"/>
                <a:gd name="T29" fmla="*/ 2147483646 h 858"/>
                <a:gd name="T30" fmla="*/ 2147483646 w 812"/>
                <a:gd name="T31" fmla="*/ 2147483646 h 858"/>
                <a:gd name="T32" fmla="*/ 2147483646 w 812"/>
                <a:gd name="T33" fmla="*/ 2147483646 h 858"/>
                <a:gd name="T34" fmla="*/ 2147483646 w 812"/>
                <a:gd name="T35" fmla="*/ 2147483646 h 858"/>
                <a:gd name="T36" fmla="*/ 2147483646 w 812"/>
                <a:gd name="T37" fmla="*/ 2147483646 h 858"/>
                <a:gd name="T38" fmla="*/ 2147483646 w 812"/>
                <a:gd name="T39" fmla="*/ 2147483646 h 858"/>
                <a:gd name="T40" fmla="*/ 2147483646 w 812"/>
                <a:gd name="T41" fmla="*/ 2147483646 h 858"/>
                <a:gd name="T42" fmla="*/ 2147483646 w 812"/>
                <a:gd name="T43" fmla="*/ 2147483646 h 858"/>
                <a:gd name="T44" fmla="*/ 2147483646 w 812"/>
                <a:gd name="T45" fmla="*/ 2147483646 h 858"/>
                <a:gd name="T46" fmla="*/ 2147483646 w 812"/>
                <a:gd name="T47" fmla="*/ 2147483646 h 858"/>
                <a:gd name="T48" fmla="*/ 2147483646 w 812"/>
                <a:gd name="T49" fmla="*/ 2147483646 h 858"/>
                <a:gd name="T50" fmla="*/ 2147483646 w 812"/>
                <a:gd name="T51" fmla="*/ 2147483646 h 858"/>
                <a:gd name="T52" fmla="*/ 2147483646 w 812"/>
                <a:gd name="T53" fmla="*/ 2147483646 h 858"/>
                <a:gd name="T54" fmla="*/ 2147483646 w 812"/>
                <a:gd name="T55" fmla="*/ 2147483646 h 858"/>
                <a:gd name="T56" fmla="*/ 2147483646 w 812"/>
                <a:gd name="T57" fmla="*/ 2147483646 h 858"/>
                <a:gd name="T58" fmla="*/ 2147483646 w 812"/>
                <a:gd name="T59" fmla="*/ 2147483646 h 858"/>
                <a:gd name="T60" fmla="*/ 2147483646 w 812"/>
                <a:gd name="T61" fmla="*/ 2147483646 h 858"/>
                <a:gd name="T62" fmla="*/ 2147483646 w 812"/>
                <a:gd name="T63" fmla="*/ 2147483646 h 858"/>
                <a:gd name="T64" fmla="*/ 2147483646 w 812"/>
                <a:gd name="T65" fmla="*/ 2147483646 h 858"/>
                <a:gd name="T66" fmla="*/ 2147483646 w 812"/>
                <a:gd name="T67" fmla="*/ 2147483646 h 858"/>
                <a:gd name="T68" fmla="*/ 2147483646 w 812"/>
                <a:gd name="T69" fmla="*/ 2147483646 h 8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12" h="858">
                  <a:moveTo>
                    <a:pt x="179" y="0"/>
                  </a:moveTo>
                  <a:lnTo>
                    <a:pt x="507" y="0"/>
                  </a:lnTo>
                  <a:cubicBezTo>
                    <a:pt x="569" y="0"/>
                    <a:pt x="620" y="51"/>
                    <a:pt x="620" y="113"/>
                  </a:cubicBezTo>
                  <a:lnTo>
                    <a:pt x="620" y="264"/>
                  </a:lnTo>
                  <a:cubicBezTo>
                    <a:pt x="584" y="292"/>
                    <a:pt x="563" y="318"/>
                    <a:pt x="535" y="356"/>
                  </a:cubicBezTo>
                  <a:lnTo>
                    <a:pt x="535" y="113"/>
                  </a:lnTo>
                  <a:cubicBezTo>
                    <a:pt x="535" y="98"/>
                    <a:pt x="522" y="85"/>
                    <a:pt x="507" y="85"/>
                  </a:cubicBezTo>
                  <a:lnTo>
                    <a:pt x="247" y="85"/>
                  </a:lnTo>
                  <a:lnTo>
                    <a:pt x="247" y="204"/>
                  </a:lnTo>
                  <a:cubicBezTo>
                    <a:pt x="247" y="216"/>
                    <a:pt x="237" y="226"/>
                    <a:pt x="225" y="226"/>
                  </a:cubicBezTo>
                  <a:lnTo>
                    <a:pt x="86" y="226"/>
                  </a:lnTo>
                  <a:lnTo>
                    <a:pt x="86" y="643"/>
                  </a:lnTo>
                  <a:cubicBezTo>
                    <a:pt x="86" y="658"/>
                    <a:pt x="98" y="670"/>
                    <a:pt x="113" y="670"/>
                  </a:cubicBezTo>
                  <a:lnTo>
                    <a:pt x="375" y="670"/>
                  </a:lnTo>
                  <a:cubicBezTo>
                    <a:pt x="366" y="699"/>
                    <a:pt x="358" y="727"/>
                    <a:pt x="353" y="756"/>
                  </a:cubicBezTo>
                  <a:lnTo>
                    <a:pt x="113" y="756"/>
                  </a:lnTo>
                  <a:cubicBezTo>
                    <a:pt x="51" y="756"/>
                    <a:pt x="0" y="705"/>
                    <a:pt x="0" y="643"/>
                  </a:cubicBezTo>
                  <a:lnTo>
                    <a:pt x="0" y="178"/>
                  </a:lnTo>
                  <a:lnTo>
                    <a:pt x="179" y="0"/>
                  </a:lnTo>
                  <a:close/>
                  <a:moveTo>
                    <a:pt x="721" y="277"/>
                  </a:moveTo>
                  <a:cubicBezTo>
                    <a:pt x="733" y="283"/>
                    <a:pt x="740" y="295"/>
                    <a:pt x="743" y="310"/>
                  </a:cubicBezTo>
                  <a:cubicBezTo>
                    <a:pt x="765" y="316"/>
                    <a:pt x="786" y="330"/>
                    <a:pt x="802" y="358"/>
                  </a:cubicBezTo>
                  <a:cubicBezTo>
                    <a:pt x="812" y="382"/>
                    <a:pt x="808" y="417"/>
                    <a:pt x="794" y="442"/>
                  </a:cubicBezTo>
                  <a:cubicBezTo>
                    <a:pt x="770" y="487"/>
                    <a:pt x="736" y="543"/>
                    <a:pt x="707" y="588"/>
                  </a:cubicBezTo>
                  <a:cubicBezTo>
                    <a:pt x="688" y="595"/>
                    <a:pt x="692" y="556"/>
                    <a:pt x="699" y="546"/>
                  </a:cubicBezTo>
                  <a:cubicBezTo>
                    <a:pt x="723" y="510"/>
                    <a:pt x="743" y="477"/>
                    <a:pt x="762" y="413"/>
                  </a:cubicBezTo>
                  <a:cubicBezTo>
                    <a:pt x="766" y="382"/>
                    <a:pt x="752" y="368"/>
                    <a:pt x="743" y="355"/>
                  </a:cubicBezTo>
                  <a:cubicBezTo>
                    <a:pt x="742" y="358"/>
                    <a:pt x="742" y="360"/>
                    <a:pt x="741" y="363"/>
                  </a:cubicBezTo>
                  <a:cubicBezTo>
                    <a:pt x="723" y="355"/>
                    <a:pt x="706" y="346"/>
                    <a:pt x="688" y="337"/>
                  </a:cubicBezTo>
                  <a:cubicBezTo>
                    <a:pt x="670" y="327"/>
                    <a:pt x="653" y="314"/>
                    <a:pt x="636" y="302"/>
                  </a:cubicBezTo>
                  <a:cubicBezTo>
                    <a:pt x="669" y="274"/>
                    <a:pt x="698" y="264"/>
                    <a:pt x="721" y="277"/>
                  </a:cubicBezTo>
                  <a:close/>
                  <a:moveTo>
                    <a:pt x="734" y="395"/>
                  </a:moveTo>
                  <a:cubicBezTo>
                    <a:pt x="719" y="445"/>
                    <a:pt x="690" y="508"/>
                    <a:pt x="649" y="579"/>
                  </a:cubicBezTo>
                  <a:cubicBezTo>
                    <a:pt x="628" y="615"/>
                    <a:pt x="604" y="650"/>
                    <a:pt x="580" y="681"/>
                  </a:cubicBezTo>
                  <a:cubicBezTo>
                    <a:pt x="557" y="670"/>
                    <a:pt x="535" y="658"/>
                    <a:pt x="512" y="646"/>
                  </a:cubicBezTo>
                  <a:cubicBezTo>
                    <a:pt x="488" y="633"/>
                    <a:pt x="465" y="617"/>
                    <a:pt x="442" y="601"/>
                  </a:cubicBezTo>
                  <a:cubicBezTo>
                    <a:pt x="457" y="565"/>
                    <a:pt x="475" y="527"/>
                    <a:pt x="496" y="491"/>
                  </a:cubicBezTo>
                  <a:cubicBezTo>
                    <a:pt x="536" y="420"/>
                    <a:pt x="576" y="363"/>
                    <a:pt x="612" y="325"/>
                  </a:cubicBezTo>
                  <a:cubicBezTo>
                    <a:pt x="631" y="338"/>
                    <a:pt x="650" y="351"/>
                    <a:pt x="671" y="363"/>
                  </a:cubicBezTo>
                  <a:cubicBezTo>
                    <a:pt x="691" y="375"/>
                    <a:pt x="712" y="384"/>
                    <a:pt x="734" y="395"/>
                  </a:cubicBezTo>
                  <a:close/>
                  <a:moveTo>
                    <a:pt x="560" y="707"/>
                  </a:moveTo>
                  <a:cubicBezTo>
                    <a:pt x="486" y="797"/>
                    <a:pt x="410" y="858"/>
                    <a:pt x="392" y="848"/>
                  </a:cubicBezTo>
                  <a:cubicBezTo>
                    <a:pt x="375" y="838"/>
                    <a:pt x="389" y="742"/>
                    <a:pt x="430" y="632"/>
                  </a:cubicBezTo>
                  <a:cubicBezTo>
                    <a:pt x="451" y="645"/>
                    <a:pt x="472" y="659"/>
                    <a:pt x="494" y="672"/>
                  </a:cubicBezTo>
                  <a:cubicBezTo>
                    <a:pt x="516" y="685"/>
                    <a:pt x="538" y="695"/>
                    <a:pt x="560" y="707"/>
                  </a:cubicBezTo>
                  <a:close/>
                  <a:moveTo>
                    <a:pt x="294" y="149"/>
                  </a:moveTo>
                  <a:lnTo>
                    <a:pt x="482" y="149"/>
                  </a:lnTo>
                  <a:lnTo>
                    <a:pt x="482" y="193"/>
                  </a:lnTo>
                  <a:lnTo>
                    <a:pt x="294" y="193"/>
                  </a:lnTo>
                  <a:lnTo>
                    <a:pt x="294" y="149"/>
                  </a:lnTo>
                  <a:close/>
                  <a:moveTo>
                    <a:pt x="148" y="437"/>
                  </a:moveTo>
                  <a:lnTo>
                    <a:pt x="258" y="437"/>
                  </a:lnTo>
                  <a:lnTo>
                    <a:pt x="258" y="480"/>
                  </a:lnTo>
                  <a:lnTo>
                    <a:pt x="148" y="480"/>
                  </a:lnTo>
                  <a:lnTo>
                    <a:pt x="148" y="437"/>
                  </a:lnTo>
                  <a:close/>
                  <a:moveTo>
                    <a:pt x="148" y="337"/>
                  </a:moveTo>
                  <a:lnTo>
                    <a:pt x="482" y="337"/>
                  </a:lnTo>
                  <a:lnTo>
                    <a:pt x="482" y="381"/>
                  </a:lnTo>
                  <a:lnTo>
                    <a:pt x="148" y="381"/>
                  </a:lnTo>
                  <a:lnTo>
                    <a:pt x="148" y="337"/>
                  </a:lnTo>
                  <a:close/>
                  <a:moveTo>
                    <a:pt x="148" y="245"/>
                  </a:moveTo>
                  <a:lnTo>
                    <a:pt x="482" y="245"/>
                  </a:lnTo>
                  <a:lnTo>
                    <a:pt x="482" y="288"/>
                  </a:lnTo>
                  <a:lnTo>
                    <a:pt x="148" y="288"/>
                  </a:lnTo>
                  <a:lnTo>
                    <a:pt x="148" y="245"/>
                  </a:lnTo>
                  <a:close/>
                  <a:moveTo>
                    <a:pt x="111" y="187"/>
                  </a:moveTo>
                  <a:lnTo>
                    <a:pt x="193" y="187"/>
                  </a:lnTo>
                  <a:cubicBezTo>
                    <a:pt x="201" y="187"/>
                    <a:pt x="208" y="181"/>
                    <a:pt x="208" y="173"/>
                  </a:cubicBezTo>
                  <a:lnTo>
                    <a:pt x="208" y="91"/>
                  </a:lnTo>
                  <a:lnTo>
                    <a:pt x="111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TextBox 59"/>
          <p:cNvSpPr txBox="1">
            <a:spLocks noChangeArrowheads="1"/>
          </p:cNvSpPr>
          <p:nvPr/>
        </p:nvSpPr>
        <p:spPr bwMode="auto">
          <a:xfrm>
            <a:off x="1436209" y="264177"/>
            <a:ext cx="2940050" cy="97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构造解设计</a:t>
            </a:r>
            <a:endParaRPr lang="zh-CN" altLang="en-US" sz="2400" b="1" dirty="0">
              <a:solidFill>
                <a:srgbClr val="313D51"/>
              </a:solidFill>
              <a:latin typeface="+mn-lt"/>
              <a:ea typeface="+mn-ea"/>
              <a:cs typeface="+mn-ea"/>
              <a:sym typeface="+mn-lt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 b="1" dirty="0">
              <a:solidFill>
                <a:srgbClr val="313D5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421503" y="801950"/>
            <a:ext cx="4171536" cy="45719"/>
            <a:chOff x="6956001" y="1968700"/>
            <a:chExt cx="4171536" cy="45719"/>
          </a:xfrm>
        </p:grpSpPr>
        <p:cxnSp>
          <p:nvCxnSpPr>
            <p:cNvPr id="31" name="直接连接符 30"/>
            <p:cNvCxnSpPr/>
            <p:nvPr/>
          </p:nvCxnSpPr>
          <p:spPr>
            <a:xfrm flipH="1">
              <a:off x="6970986" y="2009999"/>
              <a:ext cx="4156551" cy="0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2" name="矩形 31"/>
            <p:cNvSpPr/>
            <p:nvPr/>
          </p:nvSpPr>
          <p:spPr>
            <a:xfrm flipH="1">
              <a:off x="6956001" y="1968700"/>
              <a:ext cx="950535" cy="45719"/>
            </a:xfrm>
            <a:prstGeom prst="rect">
              <a:avLst/>
            </a:prstGeom>
            <a:solidFill>
              <a:srgbClr val="244C8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lnSpc>
                  <a:spcPct val="120000"/>
                </a:lnSpc>
                <a:defRPr/>
              </a:pPr>
              <a:endParaRPr lang="zh-CN" altLang="en-US" sz="1800" kern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066415" y="1469390"/>
            <a:ext cx="413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" name="图片 2" descr="最短链接混合最近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675" y="1241425"/>
            <a:ext cx="8684260" cy="49618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77940" y="165100"/>
            <a:ext cx="460375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最短链接混合最近邻</a:t>
            </a:r>
            <a:r>
              <a:rPr lang="zh-CN" altLang="en-US" sz="3200"/>
              <a:t>插入的构造过程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5" t="7890" r="2901" b="2300"/>
          <a:stretch>
            <a:fillRect/>
          </a:stretch>
        </p:blipFill>
        <p:spPr>
          <a:xfrm>
            <a:off x="0" y="0"/>
            <a:ext cx="12192000" cy="7313228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2425700" y="-1"/>
            <a:ext cx="3670300" cy="6286501"/>
          </a:xfrm>
          <a:prstGeom prst="rect">
            <a:avLst/>
          </a:prstGeom>
          <a:gradFill flip="none" rotWithShape="1">
            <a:gsLst>
              <a:gs pos="0">
                <a:srgbClr val="F6F7F7"/>
              </a:gs>
              <a:gs pos="97345">
                <a:schemeClr val="bg1">
                  <a:alpha val="0"/>
                </a:schemeClr>
              </a:gs>
              <a:gs pos="82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-133745" y="4723107"/>
            <a:ext cx="12459490" cy="3845071"/>
            <a:chOff x="-133745" y="4009642"/>
            <a:chExt cx="12459490" cy="3845071"/>
          </a:xfrm>
        </p:grpSpPr>
        <p:sp>
          <p:nvSpPr>
            <p:cNvPr id="19" name="任意多边形: 形状 18"/>
            <p:cNvSpPr/>
            <p:nvPr/>
          </p:nvSpPr>
          <p:spPr>
            <a:xfrm>
              <a:off x="-133745" y="4009642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noFill/>
            <a:ln w="12700" cap="flat" cmpd="sng" algn="ctr">
              <a:solidFill>
                <a:srgbClr val="244C89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-133745" y="4394283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solidFill>
              <a:srgbClr val="244C8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635000" dist="38100" dir="10800000" algn="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-133745" y="4935769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825219" y="1081844"/>
            <a:ext cx="3487228" cy="31534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en-US" altLang="zh-CN" sz="19900" b="1" dirty="0">
                <a:solidFill>
                  <a:srgbClr val="244C8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2</a:t>
            </a:r>
            <a:endParaRPr lang="en-US" altLang="zh-CN" sz="19900" b="1" dirty="0">
              <a:solidFill>
                <a:srgbClr val="244C89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5580063" y="2105105"/>
            <a:ext cx="5936615" cy="822325"/>
            <a:chOff x="5714354" y="1580083"/>
            <a:chExt cx="5936615" cy="822325"/>
          </a:xfrm>
        </p:grpSpPr>
        <p:grpSp>
          <p:nvGrpSpPr>
            <p:cNvPr id="74" name="组合 73"/>
            <p:cNvGrpSpPr/>
            <p:nvPr/>
          </p:nvGrpSpPr>
          <p:grpSpPr>
            <a:xfrm>
              <a:off x="5714354" y="1580083"/>
              <a:ext cx="5936615" cy="822325"/>
              <a:chOff x="4753236" y="1985384"/>
              <a:chExt cx="5936615" cy="822325"/>
            </a:xfrm>
          </p:grpSpPr>
          <p:grpSp>
            <p:nvGrpSpPr>
              <p:cNvPr id="78" name="组合 21"/>
              <p:cNvGrpSpPr/>
              <p:nvPr/>
            </p:nvGrpSpPr>
            <p:grpSpPr bwMode="auto">
              <a:xfrm>
                <a:off x="4753236" y="2069839"/>
                <a:ext cx="576262" cy="576262"/>
                <a:chOff x="6170389" y="2579551"/>
                <a:chExt cx="576064" cy="576064"/>
              </a:xfrm>
            </p:grpSpPr>
            <p:sp>
              <p:nvSpPr>
                <p:cNvPr id="81" name="圆角矩形 10"/>
                <p:cNvSpPr>
                  <a:spLocks noChangeArrowheads="1"/>
                </p:cNvSpPr>
                <p:nvPr/>
              </p:nvSpPr>
              <p:spPr bwMode="auto">
                <a:xfrm>
                  <a:off x="6170389" y="2579551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 27"/>
                <p:cNvSpPr>
                  <a:spLocks noEditPoints="1"/>
                </p:cNvSpPr>
                <p:nvPr/>
              </p:nvSpPr>
              <p:spPr bwMode="auto">
                <a:xfrm>
                  <a:off x="6344742" y="2711328"/>
                  <a:ext cx="312142" cy="334857"/>
                </a:xfrm>
                <a:custGeom>
                  <a:avLst/>
                  <a:gdLst>
                    <a:gd name="T0" fmla="*/ 2147483646 w 812"/>
                    <a:gd name="T1" fmla="*/ 0 h 858"/>
                    <a:gd name="T2" fmla="*/ 2147483646 w 812"/>
                    <a:gd name="T3" fmla="*/ 2147483646 h 858"/>
                    <a:gd name="T4" fmla="*/ 2147483646 w 812"/>
                    <a:gd name="T5" fmla="*/ 2147483646 h 858"/>
                    <a:gd name="T6" fmla="*/ 2147483646 w 812"/>
                    <a:gd name="T7" fmla="*/ 2147483646 h 858"/>
                    <a:gd name="T8" fmla="*/ 2147483646 w 812"/>
                    <a:gd name="T9" fmla="*/ 2147483646 h 858"/>
                    <a:gd name="T10" fmla="*/ 2147483646 w 812"/>
                    <a:gd name="T11" fmla="*/ 2147483646 h 858"/>
                    <a:gd name="T12" fmla="*/ 2147483646 w 812"/>
                    <a:gd name="T13" fmla="*/ 2147483646 h 858"/>
                    <a:gd name="T14" fmla="*/ 2147483646 w 812"/>
                    <a:gd name="T15" fmla="*/ 2147483646 h 858"/>
                    <a:gd name="T16" fmla="*/ 0 w 812"/>
                    <a:gd name="T17" fmla="*/ 2147483646 h 858"/>
                    <a:gd name="T18" fmla="*/ 2147483646 w 812"/>
                    <a:gd name="T19" fmla="*/ 2147483646 h 858"/>
                    <a:gd name="T20" fmla="*/ 2147483646 w 812"/>
                    <a:gd name="T21" fmla="*/ 2147483646 h 858"/>
                    <a:gd name="T22" fmla="*/ 2147483646 w 812"/>
                    <a:gd name="T23" fmla="*/ 2147483646 h 858"/>
                    <a:gd name="T24" fmla="*/ 2147483646 w 812"/>
                    <a:gd name="T25" fmla="*/ 2147483646 h 858"/>
                    <a:gd name="T26" fmla="*/ 2147483646 w 812"/>
                    <a:gd name="T27" fmla="*/ 2147483646 h 858"/>
                    <a:gd name="T28" fmla="*/ 2147483646 w 812"/>
                    <a:gd name="T29" fmla="*/ 2147483646 h 858"/>
                    <a:gd name="T30" fmla="*/ 2147483646 w 812"/>
                    <a:gd name="T31" fmla="*/ 2147483646 h 858"/>
                    <a:gd name="T32" fmla="*/ 2147483646 w 812"/>
                    <a:gd name="T33" fmla="*/ 2147483646 h 858"/>
                    <a:gd name="T34" fmla="*/ 2147483646 w 812"/>
                    <a:gd name="T35" fmla="*/ 2147483646 h 858"/>
                    <a:gd name="T36" fmla="*/ 2147483646 w 812"/>
                    <a:gd name="T37" fmla="*/ 2147483646 h 858"/>
                    <a:gd name="T38" fmla="*/ 2147483646 w 812"/>
                    <a:gd name="T39" fmla="*/ 2147483646 h 858"/>
                    <a:gd name="T40" fmla="*/ 2147483646 w 812"/>
                    <a:gd name="T41" fmla="*/ 2147483646 h 858"/>
                    <a:gd name="T42" fmla="*/ 2147483646 w 812"/>
                    <a:gd name="T43" fmla="*/ 2147483646 h 858"/>
                    <a:gd name="T44" fmla="*/ 2147483646 w 812"/>
                    <a:gd name="T45" fmla="*/ 2147483646 h 858"/>
                    <a:gd name="T46" fmla="*/ 2147483646 w 812"/>
                    <a:gd name="T47" fmla="*/ 2147483646 h 858"/>
                    <a:gd name="T48" fmla="*/ 2147483646 w 812"/>
                    <a:gd name="T49" fmla="*/ 2147483646 h 858"/>
                    <a:gd name="T50" fmla="*/ 2147483646 w 812"/>
                    <a:gd name="T51" fmla="*/ 2147483646 h 858"/>
                    <a:gd name="T52" fmla="*/ 2147483646 w 812"/>
                    <a:gd name="T53" fmla="*/ 2147483646 h 858"/>
                    <a:gd name="T54" fmla="*/ 2147483646 w 812"/>
                    <a:gd name="T55" fmla="*/ 2147483646 h 858"/>
                    <a:gd name="T56" fmla="*/ 2147483646 w 812"/>
                    <a:gd name="T57" fmla="*/ 2147483646 h 858"/>
                    <a:gd name="T58" fmla="*/ 2147483646 w 812"/>
                    <a:gd name="T59" fmla="*/ 2147483646 h 858"/>
                    <a:gd name="T60" fmla="*/ 2147483646 w 812"/>
                    <a:gd name="T61" fmla="*/ 2147483646 h 858"/>
                    <a:gd name="T62" fmla="*/ 2147483646 w 812"/>
                    <a:gd name="T63" fmla="*/ 2147483646 h 858"/>
                    <a:gd name="T64" fmla="*/ 2147483646 w 812"/>
                    <a:gd name="T65" fmla="*/ 2147483646 h 858"/>
                    <a:gd name="T66" fmla="*/ 2147483646 w 812"/>
                    <a:gd name="T67" fmla="*/ 2147483646 h 858"/>
                    <a:gd name="T68" fmla="*/ 2147483646 w 812"/>
                    <a:gd name="T69" fmla="*/ 2147483646 h 85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812" h="858">
                      <a:moveTo>
                        <a:pt x="179" y="0"/>
                      </a:moveTo>
                      <a:lnTo>
                        <a:pt x="507" y="0"/>
                      </a:lnTo>
                      <a:cubicBezTo>
                        <a:pt x="569" y="0"/>
                        <a:pt x="620" y="51"/>
                        <a:pt x="620" y="113"/>
                      </a:cubicBezTo>
                      <a:lnTo>
                        <a:pt x="620" y="264"/>
                      </a:lnTo>
                      <a:cubicBezTo>
                        <a:pt x="584" y="292"/>
                        <a:pt x="563" y="318"/>
                        <a:pt x="535" y="356"/>
                      </a:cubicBezTo>
                      <a:lnTo>
                        <a:pt x="535" y="113"/>
                      </a:lnTo>
                      <a:cubicBezTo>
                        <a:pt x="535" y="98"/>
                        <a:pt x="522" y="85"/>
                        <a:pt x="507" y="85"/>
                      </a:cubicBezTo>
                      <a:lnTo>
                        <a:pt x="247" y="85"/>
                      </a:lnTo>
                      <a:lnTo>
                        <a:pt x="247" y="204"/>
                      </a:lnTo>
                      <a:cubicBezTo>
                        <a:pt x="247" y="216"/>
                        <a:pt x="237" y="226"/>
                        <a:pt x="225" y="226"/>
                      </a:cubicBezTo>
                      <a:lnTo>
                        <a:pt x="86" y="226"/>
                      </a:lnTo>
                      <a:lnTo>
                        <a:pt x="86" y="643"/>
                      </a:lnTo>
                      <a:cubicBezTo>
                        <a:pt x="86" y="658"/>
                        <a:pt x="98" y="670"/>
                        <a:pt x="113" y="670"/>
                      </a:cubicBezTo>
                      <a:lnTo>
                        <a:pt x="375" y="670"/>
                      </a:lnTo>
                      <a:cubicBezTo>
                        <a:pt x="366" y="699"/>
                        <a:pt x="358" y="727"/>
                        <a:pt x="353" y="756"/>
                      </a:cubicBezTo>
                      <a:lnTo>
                        <a:pt x="113" y="756"/>
                      </a:lnTo>
                      <a:cubicBezTo>
                        <a:pt x="51" y="756"/>
                        <a:pt x="0" y="705"/>
                        <a:pt x="0" y="643"/>
                      </a:cubicBezTo>
                      <a:lnTo>
                        <a:pt x="0" y="178"/>
                      </a:lnTo>
                      <a:lnTo>
                        <a:pt x="179" y="0"/>
                      </a:lnTo>
                      <a:close/>
                      <a:moveTo>
                        <a:pt x="721" y="277"/>
                      </a:moveTo>
                      <a:cubicBezTo>
                        <a:pt x="733" y="283"/>
                        <a:pt x="740" y="295"/>
                        <a:pt x="743" y="310"/>
                      </a:cubicBezTo>
                      <a:cubicBezTo>
                        <a:pt x="765" y="316"/>
                        <a:pt x="786" y="330"/>
                        <a:pt x="802" y="358"/>
                      </a:cubicBezTo>
                      <a:cubicBezTo>
                        <a:pt x="812" y="382"/>
                        <a:pt x="808" y="417"/>
                        <a:pt x="794" y="442"/>
                      </a:cubicBezTo>
                      <a:cubicBezTo>
                        <a:pt x="770" y="487"/>
                        <a:pt x="736" y="543"/>
                        <a:pt x="707" y="588"/>
                      </a:cubicBezTo>
                      <a:cubicBezTo>
                        <a:pt x="688" y="595"/>
                        <a:pt x="692" y="556"/>
                        <a:pt x="699" y="546"/>
                      </a:cubicBezTo>
                      <a:cubicBezTo>
                        <a:pt x="723" y="510"/>
                        <a:pt x="743" y="477"/>
                        <a:pt x="762" y="413"/>
                      </a:cubicBezTo>
                      <a:cubicBezTo>
                        <a:pt x="766" y="382"/>
                        <a:pt x="752" y="368"/>
                        <a:pt x="743" y="355"/>
                      </a:cubicBezTo>
                      <a:cubicBezTo>
                        <a:pt x="742" y="358"/>
                        <a:pt x="742" y="360"/>
                        <a:pt x="741" y="363"/>
                      </a:cubicBezTo>
                      <a:cubicBezTo>
                        <a:pt x="723" y="355"/>
                        <a:pt x="706" y="346"/>
                        <a:pt x="688" y="337"/>
                      </a:cubicBezTo>
                      <a:cubicBezTo>
                        <a:pt x="670" y="327"/>
                        <a:pt x="653" y="314"/>
                        <a:pt x="636" y="302"/>
                      </a:cubicBezTo>
                      <a:cubicBezTo>
                        <a:pt x="669" y="274"/>
                        <a:pt x="698" y="264"/>
                        <a:pt x="721" y="277"/>
                      </a:cubicBezTo>
                      <a:close/>
                      <a:moveTo>
                        <a:pt x="734" y="395"/>
                      </a:moveTo>
                      <a:cubicBezTo>
                        <a:pt x="719" y="445"/>
                        <a:pt x="690" y="508"/>
                        <a:pt x="649" y="579"/>
                      </a:cubicBezTo>
                      <a:cubicBezTo>
                        <a:pt x="628" y="615"/>
                        <a:pt x="604" y="650"/>
                        <a:pt x="580" y="681"/>
                      </a:cubicBezTo>
                      <a:cubicBezTo>
                        <a:pt x="557" y="670"/>
                        <a:pt x="535" y="658"/>
                        <a:pt x="512" y="646"/>
                      </a:cubicBezTo>
                      <a:cubicBezTo>
                        <a:pt x="488" y="633"/>
                        <a:pt x="465" y="617"/>
                        <a:pt x="442" y="601"/>
                      </a:cubicBezTo>
                      <a:cubicBezTo>
                        <a:pt x="457" y="565"/>
                        <a:pt x="475" y="527"/>
                        <a:pt x="496" y="491"/>
                      </a:cubicBezTo>
                      <a:cubicBezTo>
                        <a:pt x="536" y="420"/>
                        <a:pt x="576" y="363"/>
                        <a:pt x="612" y="325"/>
                      </a:cubicBezTo>
                      <a:cubicBezTo>
                        <a:pt x="631" y="338"/>
                        <a:pt x="650" y="351"/>
                        <a:pt x="671" y="363"/>
                      </a:cubicBezTo>
                      <a:cubicBezTo>
                        <a:pt x="691" y="375"/>
                        <a:pt x="712" y="384"/>
                        <a:pt x="734" y="395"/>
                      </a:cubicBezTo>
                      <a:close/>
                      <a:moveTo>
                        <a:pt x="560" y="707"/>
                      </a:moveTo>
                      <a:cubicBezTo>
                        <a:pt x="486" y="797"/>
                        <a:pt x="410" y="858"/>
                        <a:pt x="392" y="848"/>
                      </a:cubicBezTo>
                      <a:cubicBezTo>
                        <a:pt x="375" y="838"/>
                        <a:pt x="389" y="742"/>
                        <a:pt x="430" y="632"/>
                      </a:cubicBezTo>
                      <a:cubicBezTo>
                        <a:pt x="451" y="645"/>
                        <a:pt x="472" y="659"/>
                        <a:pt x="494" y="672"/>
                      </a:cubicBezTo>
                      <a:cubicBezTo>
                        <a:pt x="516" y="685"/>
                        <a:pt x="538" y="695"/>
                        <a:pt x="560" y="707"/>
                      </a:cubicBezTo>
                      <a:close/>
                      <a:moveTo>
                        <a:pt x="294" y="149"/>
                      </a:moveTo>
                      <a:lnTo>
                        <a:pt x="482" y="149"/>
                      </a:lnTo>
                      <a:lnTo>
                        <a:pt x="482" y="193"/>
                      </a:lnTo>
                      <a:lnTo>
                        <a:pt x="294" y="193"/>
                      </a:lnTo>
                      <a:lnTo>
                        <a:pt x="294" y="149"/>
                      </a:lnTo>
                      <a:close/>
                      <a:moveTo>
                        <a:pt x="148" y="437"/>
                      </a:moveTo>
                      <a:lnTo>
                        <a:pt x="258" y="437"/>
                      </a:lnTo>
                      <a:lnTo>
                        <a:pt x="258" y="480"/>
                      </a:lnTo>
                      <a:lnTo>
                        <a:pt x="148" y="480"/>
                      </a:lnTo>
                      <a:lnTo>
                        <a:pt x="148" y="437"/>
                      </a:lnTo>
                      <a:close/>
                      <a:moveTo>
                        <a:pt x="148" y="337"/>
                      </a:moveTo>
                      <a:lnTo>
                        <a:pt x="482" y="337"/>
                      </a:lnTo>
                      <a:lnTo>
                        <a:pt x="482" y="381"/>
                      </a:lnTo>
                      <a:lnTo>
                        <a:pt x="148" y="381"/>
                      </a:lnTo>
                      <a:lnTo>
                        <a:pt x="148" y="337"/>
                      </a:lnTo>
                      <a:close/>
                      <a:moveTo>
                        <a:pt x="148" y="245"/>
                      </a:moveTo>
                      <a:lnTo>
                        <a:pt x="482" y="245"/>
                      </a:lnTo>
                      <a:lnTo>
                        <a:pt x="482" y="288"/>
                      </a:lnTo>
                      <a:lnTo>
                        <a:pt x="148" y="288"/>
                      </a:lnTo>
                      <a:lnTo>
                        <a:pt x="148" y="245"/>
                      </a:lnTo>
                      <a:close/>
                      <a:moveTo>
                        <a:pt x="111" y="187"/>
                      </a:moveTo>
                      <a:lnTo>
                        <a:pt x="193" y="187"/>
                      </a:lnTo>
                      <a:cubicBezTo>
                        <a:pt x="201" y="187"/>
                        <a:pt x="208" y="181"/>
                        <a:pt x="208" y="173"/>
                      </a:cubicBezTo>
                      <a:lnTo>
                        <a:pt x="208" y="91"/>
                      </a:lnTo>
                      <a:lnTo>
                        <a:pt x="111" y="1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9" name="Rectangle 14"/>
              <p:cNvSpPr>
                <a:spLocks noChangeArrowheads="1"/>
              </p:cNvSpPr>
              <p:nvPr/>
            </p:nvSpPr>
            <p:spPr bwMode="auto">
              <a:xfrm>
                <a:off x="5581874" y="2234939"/>
                <a:ext cx="706755" cy="294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2</a:t>
                </a:r>
                <a:endParaRPr lang="en-US" altLang="zh-CN" sz="16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80" name="TextBox 59"/>
              <p:cNvSpPr txBox="1">
                <a:spLocks noChangeArrowheads="1"/>
              </p:cNvSpPr>
              <p:nvPr/>
            </p:nvSpPr>
            <p:spPr bwMode="auto">
              <a:xfrm>
                <a:off x="5876551" y="1985384"/>
                <a:ext cx="4813300" cy="822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       </a:t>
                </a:r>
                <a:r>
                  <a:rPr lang="zh-CN" altLang="en-US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启发算法</a:t>
                </a:r>
                <a:r>
                  <a:rPr lang="zh-CN" altLang="en-US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设计</a:t>
                </a:r>
                <a:endParaRPr lang="zh-CN" altLang="en-US" sz="32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 flipH="1">
              <a:off x="6433491" y="2147214"/>
              <a:ext cx="4171535" cy="80892"/>
              <a:chOff x="2272062" y="2596259"/>
              <a:chExt cx="4173708" cy="80934"/>
            </a:xfrm>
          </p:grpSpPr>
          <p:cxnSp>
            <p:nvCxnSpPr>
              <p:cNvPr id="76" name="直接连接符 75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77" name="矩形 76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58813" y="258246"/>
            <a:ext cx="576262" cy="576262"/>
            <a:chOff x="416756" y="345952"/>
            <a:chExt cx="576262" cy="576262"/>
          </a:xfrm>
        </p:grpSpPr>
        <p:sp>
          <p:nvSpPr>
            <p:cNvPr id="28" name="圆角矩形 10"/>
            <p:cNvSpPr>
              <a:spLocks noChangeArrowheads="1"/>
            </p:cNvSpPr>
            <p:nvPr/>
          </p:nvSpPr>
          <p:spPr bwMode="auto">
            <a:xfrm>
              <a:off x="416756" y="345952"/>
              <a:ext cx="576262" cy="576262"/>
            </a:xfrm>
            <a:prstGeom prst="roundRect">
              <a:avLst>
                <a:gd name="adj" fmla="val 16667"/>
              </a:avLst>
            </a:prstGeom>
            <a:solidFill>
              <a:srgbClr val="244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548762" y="466597"/>
              <a:ext cx="312249" cy="334972"/>
            </a:xfrm>
            <a:custGeom>
              <a:avLst/>
              <a:gdLst>
                <a:gd name="T0" fmla="*/ 2147483646 w 812"/>
                <a:gd name="T1" fmla="*/ 0 h 858"/>
                <a:gd name="T2" fmla="*/ 2147483646 w 812"/>
                <a:gd name="T3" fmla="*/ 2147483646 h 858"/>
                <a:gd name="T4" fmla="*/ 2147483646 w 812"/>
                <a:gd name="T5" fmla="*/ 2147483646 h 858"/>
                <a:gd name="T6" fmla="*/ 2147483646 w 812"/>
                <a:gd name="T7" fmla="*/ 2147483646 h 858"/>
                <a:gd name="T8" fmla="*/ 2147483646 w 812"/>
                <a:gd name="T9" fmla="*/ 2147483646 h 858"/>
                <a:gd name="T10" fmla="*/ 2147483646 w 812"/>
                <a:gd name="T11" fmla="*/ 2147483646 h 858"/>
                <a:gd name="T12" fmla="*/ 2147483646 w 812"/>
                <a:gd name="T13" fmla="*/ 2147483646 h 858"/>
                <a:gd name="T14" fmla="*/ 2147483646 w 812"/>
                <a:gd name="T15" fmla="*/ 2147483646 h 858"/>
                <a:gd name="T16" fmla="*/ 0 w 812"/>
                <a:gd name="T17" fmla="*/ 2147483646 h 858"/>
                <a:gd name="T18" fmla="*/ 2147483646 w 812"/>
                <a:gd name="T19" fmla="*/ 2147483646 h 858"/>
                <a:gd name="T20" fmla="*/ 2147483646 w 812"/>
                <a:gd name="T21" fmla="*/ 2147483646 h 858"/>
                <a:gd name="T22" fmla="*/ 2147483646 w 812"/>
                <a:gd name="T23" fmla="*/ 2147483646 h 858"/>
                <a:gd name="T24" fmla="*/ 2147483646 w 812"/>
                <a:gd name="T25" fmla="*/ 2147483646 h 858"/>
                <a:gd name="T26" fmla="*/ 2147483646 w 812"/>
                <a:gd name="T27" fmla="*/ 2147483646 h 858"/>
                <a:gd name="T28" fmla="*/ 2147483646 w 812"/>
                <a:gd name="T29" fmla="*/ 2147483646 h 858"/>
                <a:gd name="T30" fmla="*/ 2147483646 w 812"/>
                <a:gd name="T31" fmla="*/ 2147483646 h 858"/>
                <a:gd name="T32" fmla="*/ 2147483646 w 812"/>
                <a:gd name="T33" fmla="*/ 2147483646 h 858"/>
                <a:gd name="T34" fmla="*/ 2147483646 w 812"/>
                <a:gd name="T35" fmla="*/ 2147483646 h 858"/>
                <a:gd name="T36" fmla="*/ 2147483646 w 812"/>
                <a:gd name="T37" fmla="*/ 2147483646 h 858"/>
                <a:gd name="T38" fmla="*/ 2147483646 w 812"/>
                <a:gd name="T39" fmla="*/ 2147483646 h 858"/>
                <a:gd name="T40" fmla="*/ 2147483646 w 812"/>
                <a:gd name="T41" fmla="*/ 2147483646 h 858"/>
                <a:gd name="T42" fmla="*/ 2147483646 w 812"/>
                <a:gd name="T43" fmla="*/ 2147483646 h 858"/>
                <a:gd name="T44" fmla="*/ 2147483646 w 812"/>
                <a:gd name="T45" fmla="*/ 2147483646 h 858"/>
                <a:gd name="T46" fmla="*/ 2147483646 w 812"/>
                <a:gd name="T47" fmla="*/ 2147483646 h 858"/>
                <a:gd name="T48" fmla="*/ 2147483646 w 812"/>
                <a:gd name="T49" fmla="*/ 2147483646 h 858"/>
                <a:gd name="T50" fmla="*/ 2147483646 w 812"/>
                <a:gd name="T51" fmla="*/ 2147483646 h 858"/>
                <a:gd name="T52" fmla="*/ 2147483646 w 812"/>
                <a:gd name="T53" fmla="*/ 2147483646 h 858"/>
                <a:gd name="T54" fmla="*/ 2147483646 w 812"/>
                <a:gd name="T55" fmla="*/ 2147483646 h 858"/>
                <a:gd name="T56" fmla="*/ 2147483646 w 812"/>
                <a:gd name="T57" fmla="*/ 2147483646 h 858"/>
                <a:gd name="T58" fmla="*/ 2147483646 w 812"/>
                <a:gd name="T59" fmla="*/ 2147483646 h 858"/>
                <a:gd name="T60" fmla="*/ 2147483646 w 812"/>
                <a:gd name="T61" fmla="*/ 2147483646 h 858"/>
                <a:gd name="T62" fmla="*/ 2147483646 w 812"/>
                <a:gd name="T63" fmla="*/ 2147483646 h 858"/>
                <a:gd name="T64" fmla="*/ 2147483646 w 812"/>
                <a:gd name="T65" fmla="*/ 2147483646 h 858"/>
                <a:gd name="T66" fmla="*/ 2147483646 w 812"/>
                <a:gd name="T67" fmla="*/ 2147483646 h 858"/>
                <a:gd name="T68" fmla="*/ 2147483646 w 812"/>
                <a:gd name="T69" fmla="*/ 2147483646 h 8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12" h="858">
                  <a:moveTo>
                    <a:pt x="179" y="0"/>
                  </a:moveTo>
                  <a:lnTo>
                    <a:pt x="507" y="0"/>
                  </a:lnTo>
                  <a:cubicBezTo>
                    <a:pt x="569" y="0"/>
                    <a:pt x="620" y="51"/>
                    <a:pt x="620" y="113"/>
                  </a:cubicBezTo>
                  <a:lnTo>
                    <a:pt x="620" y="264"/>
                  </a:lnTo>
                  <a:cubicBezTo>
                    <a:pt x="584" y="292"/>
                    <a:pt x="563" y="318"/>
                    <a:pt x="535" y="356"/>
                  </a:cubicBezTo>
                  <a:lnTo>
                    <a:pt x="535" y="113"/>
                  </a:lnTo>
                  <a:cubicBezTo>
                    <a:pt x="535" y="98"/>
                    <a:pt x="522" y="85"/>
                    <a:pt x="507" y="85"/>
                  </a:cubicBezTo>
                  <a:lnTo>
                    <a:pt x="247" y="85"/>
                  </a:lnTo>
                  <a:lnTo>
                    <a:pt x="247" y="204"/>
                  </a:lnTo>
                  <a:cubicBezTo>
                    <a:pt x="247" y="216"/>
                    <a:pt x="237" y="226"/>
                    <a:pt x="225" y="226"/>
                  </a:cubicBezTo>
                  <a:lnTo>
                    <a:pt x="86" y="226"/>
                  </a:lnTo>
                  <a:lnTo>
                    <a:pt x="86" y="643"/>
                  </a:lnTo>
                  <a:cubicBezTo>
                    <a:pt x="86" y="658"/>
                    <a:pt x="98" y="670"/>
                    <a:pt x="113" y="670"/>
                  </a:cubicBezTo>
                  <a:lnTo>
                    <a:pt x="375" y="670"/>
                  </a:lnTo>
                  <a:cubicBezTo>
                    <a:pt x="366" y="699"/>
                    <a:pt x="358" y="727"/>
                    <a:pt x="353" y="756"/>
                  </a:cubicBezTo>
                  <a:lnTo>
                    <a:pt x="113" y="756"/>
                  </a:lnTo>
                  <a:cubicBezTo>
                    <a:pt x="51" y="756"/>
                    <a:pt x="0" y="705"/>
                    <a:pt x="0" y="643"/>
                  </a:cubicBezTo>
                  <a:lnTo>
                    <a:pt x="0" y="178"/>
                  </a:lnTo>
                  <a:lnTo>
                    <a:pt x="179" y="0"/>
                  </a:lnTo>
                  <a:close/>
                  <a:moveTo>
                    <a:pt x="721" y="277"/>
                  </a:moveTo>
                  <a:cubicBezTo>
                    <a:pt x="733" y="283"/>
                    <a:pt x="740" y="295"/>
                    <a:pt x="743" y="310"/>
                  </a:cubicBezTo>
                  <a:cubicBezTo>
                    <a:pt x="765" y="316"/>
                    <a:pt x="786" y="330"/>
                    <a:pt x="802" y="358"/>
                  </a:cubicBezTo>
                  <a:cubicBezTo>
                    <a:pt x="812" y="382"/>
                    <a:pt x="808" y="417"/>
                    <a:pt x="794" y="442"/>
                  </a:cubicBezTo>
                  <a:cubicBezTo>
                    <a:pt x="770" y="487"/>
                    <a:pt x="736" y="543"/>
                    <a:pt x="707" y="588"/>
                  </a:cubicBezTo>
                  <a:cubicBezTo>
                    <a:pt x="688" y="595"/>
                    <a:pt x="692" y="556"/>
                    <a:pt x="699" y="546"/>
                  </a:cubicBezTo>
                  <a:cubicBezTo>
                    <a:pt x="723" y="510"/>
                    <a:pt x="743" y="477"/>
                    <a:pt x="762" y="413"/>
                  </a:cubicBezTo>
                  <a:cubicBezTo>
                    <a:pt x="766" y="382"/>
                    <a:pt x="752" y="368"/>
                    <a:pt x="743" y="355"/>
                  </a:cubicBezTo>
                  <a:cubicBezTo>
                    <a:pt x="742" y="358"/>
                    <a:pt x="742" y="360"/>
                    <a:pt x="741" y="363"/>
                  </a:cubicBezTo>
                  <a:cubicBezTo>
                    <a:pt x="723" y="355"/>
                    <a:pt x="706" y="346"/>
                    <a:pt x="688" y="337"/>
                  </a:cubicBezTo>
                  <a:cubicBezTo>
                    <a:pt x="670" y="327"/>
                    <a:pt x="653" y="314"/>
                    <a:pt x="636" y="302"/>
                  </a:cubicBezTo>
                  <a:cubicBezTo>
                    <a:pt x="669" y="274"/>
                    <a:pt x="698" y="264"/>
                    <a:pt x="721" y="277"/>
                  </a:cubicBezTo>
                  <a:close/>
                  <a:moveTo>
                    <a:pt x="734" y="395"/>
                  </a:moveTo>
                  <a:cubicBezTo>
                    <a:pt x="719" y="445"/>
                    <a:pt x="690" y="508"/>
                    <a:pt x="649" y="579"/>
                  </a:cubicBezTo>
                  <a:cubicBezTo>
                    <a:pt x="628" y="615"/>
                    <a:pt x="604" y="650"/>
                    <a:pt x="580" y="681"/>
                  </a:cubicBezTo>
                  <a:cubicBezTo>
                    <a:pt x="557" y="670"/>
                    <a:pt x="535" y="658"/>
                    <a:pt x="512" y="646"/>
                  </a:cubicBezTo>
                  <a:cubicBezTo>
                    <a:pt x="488" y="633"/>
                    <a:pt x="465" y="617"/>
                    <a:pt x="442" y="601"/>
                  </a:cubicBezTo>
                  <a:cubicBezTo>
                    <a:pt x="457" y="565"/>
                    <a:pt x="475" y="527"/>
                    <a:pt x="496" y="491"/>
                  </a:cubicBezTo>
                  <a:cubicBezTo>
                    <a:pt x="536" y="420"/>
                    <a:pt x="576" y="363"/>
                    <a:pt x="612" y="325"/>
                  </a:cubicBezTo>
                  <a:cubicBezTo>
                    <a:pt x="631" y="338"/>
                    <a:pt x="650" y="351"/>
                    <a:pt x="671" y="363"/>
                  </a:cubicBezTo>
                  <a:cubicBezTo>
                    <a:pt x="691" y="375"/>
                    <a:pt x="712" y="384"/>
                    <a:pt x="734" y="395"/>
                  </a:cubicBezTo>
                  <a:close/>
                  <a:moveTo>
                    <a:pt x="560" y="707"/>
                  </a:moveTo>
                  <a:cubicBezTo>
                    <a:pt x="486" y="797"/>
                    <a:pt x="410" y="858"/>
                    <a:pt x="392" y="848"/>
                  </a:cubicBezTo>
                  <a:cubicBezTo>
                    <a:pt x="375" y="838"/>
                    <a:pt x="389" y="742"/>
                    <a:pt x="430" y="632"/>
                  </a:cubicBezTo>
                  <a:cubicBezTo>
                    <a:pt x="451" y="645"/>
                    <a:pt x="472" y="659"/>
                    <a:pt x="494" y="672"/>
                  </a:cubicBezTo>
                  <a:cubicBezTo>
                    <a:pt x="516" y="685"/>
                    <a:pt x="538" y="695"/>
                    <a:pt x="560" y="707"/>
                  </a:cubicBezTo>
                  <a:close/>
                  <a:moveTo>
                    <a:pt x="294" y="149"/>
                  </a:moveTo>
                  <a:lnTo>
                    <a:pt x="482" y="149"/>
                  </a:lnTo>
                  <a:lnTo>
                    <a:pt x="482" y="193"/>
                  </a:lnTo>
                  <a:lnTo>
                    <a:pt x="294" y="193"/>
                  </a:lnTo>
                  <a:lnTo>
                    <a:pt x="294" y="149"/>
                  </a:lnTo>
                  <a:close/>
                  <a:moveTo>
                    <a:pt x="148" y="437"/>
                  </a:moveTo>
                  <a:lnTo>
                    <a:pt x="258" y="437"/>
                  </a:lnTo>
                  <a:lnTo>
                    <a:pt x="258" y="480"/>
                  </a:lnTo>
                  <a:lnTo>
                    <a:pt x="148" y="480"/>
                  </a:lnTo>
                  <a:lnTo>
                    <a:pt x="148" y="437"/>
                  </a:lnTo>
                  <a:close/>
                  <a:moveTo>
                    <a:pt x="148" y="337"/>
                  </a:moveTo>
                  <a:lnTo>
                    <a:pt x="482" y="337"/>
                  </a:lnTo>
                  <a:lnTo>
                    <a:pt x="482" y="381"/>
                  </a:lnTo>
                  <a:lnTo>
                    <a:pt x="148" y="381"/>
                  </a:lnTo>
                  <a:lnTo>
                    <a:pt x="148" y="337"/>
                  </a:lnTo>
                  <a:close/>
                  <a:moveTo>
                    <a:pt x="148" y="245"/>
                  </a:moveTo>
                  <a:lnTo>
                    <a:pt x="482" y="245"/>
                  </a:lnTo>
                  <a:lnTo>
                    <a:pt x="482" y="288"/>
                  </a:lnTo>
                  <a:lnTo>
                    <a:pt x="148" y="288"/>
                  </a:lnTo>
                  <a:lnTo>
                    <a:pt x="148" y="245"/>
                  </a:lnTo>
                  <a:close/>
                  <a:moveTo>
                    <a:pt x="111" y="187"/>
                  </a:moveTo>
                  <a:lnTo>
                    <a:pt x="193" y="187"/>
                  </a:lnTo>
                  <a:cubicBezTo>
                    <a:pt x="201" y="187"/>
                    <a:pt x="208" y="181"/>
                    <a:pt x="208" y="173"/>
                  </a:cubicBezTo>
                  <a:lnTo>
                    <a:pt x="208" y="91"/>
                  </a:lnTo>
                  <a:lnTo>
                    <a:pt x="111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TextBox 59"/>
          <p:cNvSpPr txBox="1">
            <a:spLocks noChangeArrowheads="1"/>
          </p:cNvSpPr>
          <p:nvPr/>
        </p:nvSpPr>
        <p:spPr bwMode="auto">
          <a:xfrm>
            <a:off x="1339054" y="264177"/>
            <a:ext cx="2940050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启发算法</a:t>
            </a: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设计</a:t>
            </a:r>
            <a:endParaRPr lang="zh-CN" altLang="en-US" sz="2400" b="1" dirty="0">
              <a:solidFill>
                <a:srgbClr val="313D5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421503" y="801950"/>
            <a:ext cx="4171536" cy="45719"/>
            <a:chOff x="6956001" y="1968700"/>
            <a:chExt cx="4171536" cy="45719"/>
          </a:xfrm>
        </p:grpSpPr>
        <p:cxnSp>
          <p:nvCxnSpPr>
            <p:cNvPr id="31" name="直接连接符 30"/>
            <p:cNvCxnSpPr/>
            <p:nvPr/>
          </p:nvCxnSpPr>
          <p:spPr>
            <a:xfrm flipH="1">
              <a:off x="6970986" y="2009999"/>
              <a:ext cx="4156551" cy="0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2" name="矩形 31"/>
            <p:cNvSpPr/>
            <p:nvPr/>
          </p:nvSpPr>
          <p:spPr>
            <a:xfrm flipH="1">
              <a:off x="6956001" y="1968700"/>
              <a:ext cx="950535" cy="45719"/>
            </a:xfrm>
            <a:prstGeom prst="rect">
              <a:avLst/>
            </a:prstGeom>
            <a:solidFill>
              <a:srgbClr val="244C8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lnSpc>
                  <a:spcPct val="120000"/>
                </a:lnSpc>
                <a:defRPr/>
              </a:pPr>
              <a:endParaRPr lang="zh-CN" altLang="en-US" sz="1800" kern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066415" y="1469390"/>
            <a:ext cx="413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305" y="2741930"/>
            <a:ext cx="7867650" cy="26479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23390" y="1193800"/>
            <a:ext cx="82384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2000"/>
              <a:t>在程序中我实现了两种启发搜索算法第一种是爬山法，第二种是变领域搜索结合模拟退火</a:t>
            </a:r>
            <a:r>
              <a:rPr lang="zh-CN" altLang="en-US" sz="2000"/>
              <a:t>算法。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58813" y="258246"/>
            <a:ext cx="576262" cy="576262"/>
            <a:chOff x="416756" y="345952"/>
            <a:chExt cx="576262" cy="576262"/>
          </a:xfrm>
        </p:grpSpPr>
        <p:sp>
          <p:nvSpPr>
            <p:cNvPr id="28" name="圆角矩形 10"/>
            <p:cNvSpPr>
              <a:spLocks noChangeArrowheads="1"/>
            </p:cNvSpPr>
            <p:nvPr/>
          </p:nvSpPr>
          <p:spPr bwMode="auto">
            <a:xfrm>
              <a:off x="416756" y="345952"/>
              <a:ext cx="576262" cy="576262"/>
            </a:xfrm>
            <a:prstGeom prst="roundRect">
              <a:avLst>
                <a:gd name="adj" fmla="val 16667"/>
              </a:avLst>
            </a:prstGeom>
            <a:solidFill>
              <a:srgbClr val="244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548762" y="466597"/>
              <a:ext cx="312249" cy="334972"/>
            </a:xfrm>
            <a:custGeom>
              <a:avLst/>
              <a:gdLst>
                <a:gd name="T0" fmla="*/ 2147483646 w 812"/>
                <a:gd name="T1" fmla="*/ 0 h 858"/>
                <a:gd name="T2" fmla="*/ 2147483646 w 812"/>
                <a:gd name="T3" fmla="*/ 2147483646 h 858"/>
                <a:gd name="T4" fmla="*/ 2147483646 w 812"/>
                <a:gd name="T5" fmla="*/ 2147483646 h 858"/>
                <a:gd name="T6" fmla="*/ 2147483646 w 812"/>
                <a:gd name="T7" fmla="*/ 2147483646 h 858"/>
                <a:gd name="T8" fmla="*/ 2147483646 w 812"/>
                <a:gd name="T9" fmla="*/ 2147483646 h 858"/>
                <a:gd name="T10" fmla="*/ 2147483646 w 812"/>
                <a:gd name="T11" fmla="*/ 2147483646 h 858"/>
                <a:gd name="T12" fmla="*/ 2147483646 w 812"/>
                <a:gd name="T13" fmla="*/ 2147483646 h 858"/>
                <a:gd name="T14" fmla="*/ 2147483646 w 812"/>
                <a:gd name="T15" fmla="*/ 2147483646 h 858"/>
                <a:gd name="T16" fmla="*/ 0 w 812"/>
                <a:gd name="T17" fmla="*/ 2147483646 h 858"/>
                <a:gd name="T18" fmla="*/ 2147483646 w 812"/>
                <a:gd name="T19" fmla="*/ 2147483646 h 858"/>
                <a:gd name="T20" fmla="*/ 2147483646 w 812"/>
                <a:gd name="T21" fmla="*/ 2147483646 h 858"/>
                <a:gd name="T22" fmla="*/ 2147483646 w 812"/>
                <a:gd name="T23" fmla="*/ 2147483646 h 858"/>
                <a:gd name="T24" fmla="*/ 2147483646 w 812"/>
                <a:gd name="T25" fmla="*/ 2147483646 h 858"/>
                <a:gd name="T26" fmla="*/ 2147483646 w 812"/>
                <a:gd name="T27" fmla="*/ 2147483646 h 858"/>
                <a:gd name="T28" fmla="*/ 2147483646 w 812"/>
                <a:gd name="T29" fmla="*/ 2147483646 h 858"/>
                <a:gd name="T30" fmla="*/ 2147483646 w 812"/>
                <a:gd name="T31" fmla="*/ 2147483646 h 858"/>
                <a:gd name="T32" fmla="*/ 2147483646 w 812"/>
                <a:gd name="T33" fmla="*/ 2147483646 h 858"/>
                <a:gd name="T34" fmla="*/ 2147483646 w 812"/>
                <a:gd name="T35" fmla="*/ 2147483646 h 858"/>
                <a:gd name="T36" fmla="*/ 2147483646 w 812"/>
                <a:gd name="T37" fmla="*/ 2147483646 h 858"/>
                <a:gd name="T38" fmla="*/ 2147483646 w 812"/>
                <a:gd name="T39" fmla="*/ 2147483646 h 858"/>
                <a:gd name="T40" fmla="*/ 2147483646 w 812"/>
                <a:gd name="T41" fmla="*/ 2147483646 h 858"/>
                <a:gd name="T42" fmla="*/ 2147483646 w 812"/>
                <a:gd name="T43" fmla="*/ 2147483646 h 858"/>
                <a:gd name="T44" fmla="*/ 2147483646 w 812"/>
                <a:gd name="T45" fmla="*/ 2147483646 h 858"/>
                <a:gd name="T46" fmla="*/ 2147483646 w 812"/>
                <a:gd name="T47" fmla="*/ 2147483646 h 858"/>
                <a:gd name="T48" fmla="*/ 2147483646 w 812"/>
                <a:gd name="T49" fmla="*/ 2147483646 h 858"/>
                <a:gd name="T50" fmla="*/ 2147483646 w 812"/>
                <a:gd name="T51" fmla="*/ 2147483646 h 858"/>
                <a:gd name="T52" fmla="*/ 2147483646 w 812"/>
                <a:gd name="T53" fmla="*/ 2147483646 h 858"/>
                <a:gd name="T54" fmla="*/ 2147483646 w 812"/>
                <a:gd name="T55" fmla="*/ 2147483646 h 858"/>
                <a:gd name="T56" fmla="*/ 2147483646 w 812"/>
                <a:gd name="T57" fmla="*/ 2147483646 h 858"/>
                <a:gd name="T58" fmla="*/ 2147483646 w 812"/>
                <a:gd name="T59" fmla="*/ 2147483646 h 858"/>
                <a:gd name="T60" fmla="*/ 2147483646 w 812"/>
                <a:gd name="T61" fmla="*/ 2147483646 h 858"/>
                <a:gd name="T62" fmla="*/ 2147483646 w 812"/>
                <a:gd name="T63" fmla="*/ 2147483646 h 858"/>
                <a:gd name="T64" fmla="*/ 2147483646 w 812"/>
                <a:gd name="T65" fmla="*/ 2147483646 h 858"/>
                <a:gd name="T66" fmla="*/ 2147483646 w 812"/>
                <a:gd name="T67" fmla="*/ 2147483646 h 858"/>
                <a:gd name="T68" fmla="*/ 2147483646 w 812"/>
                <a:gd name="T69" fmla="*/ 2147483646 h 8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12" h="858">
                  <a:moveTo>
                    <a:pt x="179" y="0"/>
                  </a:moveTo>
                  <a:lnTo>
                    <a:pt x="507" y="0"/>
                  </a:lnTo>
                  <a:cubicBezTo>
                    <a:pt x="569" y="0"/>
                    <a:pt x="620" y="51"/>
                    <a:pt x="620" y="113"/>
                  </a:cubicBezTo>
                  <a:lnTo>
                    <a:pt x="620" y="264"/>
                  </a:lnTo>
                  <a:cubicBezTo>
                    <a:pt x="584" y="292"/>
                    <a:pt x="563" y="318"/>
                    <a:pt x="535" y="356"/>
                  </a:cubicBezTo>
                  <a:lnTo>
                    <a:pt x="535" y="113"/>
                  </a:lnTo>
                  <a:cubicBezTo>
                    <a:pt x="535" y="98"/>
                    <a:pt x="522" y="85"/>
                    <a:pt x="507" y="85"/>
                  </a:cubicBezTo>
                  <a:lnTo>
                    <a:pt x="247" y="85"/>
                  </a:lnTo>
                  <a:lnTo>
                    <a:pt x="247" y="204"/>
                  </a:lnTo>
                  <a:cubicBezTo>
                    <a:pt x="247" y="216"/>
                    <a:pt x="237" y="226"/>
                    <a:pt x="225" y="226"/>
                  </a:cubicBezTo>
                  <a:lnTo>
                    <a:pt x="86" y="226"/>
                  </a:lnTo>
                  <a:lnTo>
                    <a:pt x="86" y="643"/>
                  </a:lnTo>
                  <a:cubicBezTo>
                    <a:pt x="86" y="658"/>
                    <a:pt x="98" y="670"/>
                    <a:pt x="113" y="670"/>
                  </a:cubicBezTo>
                  <a:lnTo>
                    <a:pt x="375" y="670"/>
                  </a:lnTo>
                  <a:cubicBezTo>
                    <a:pt x="366" y="699"/>
                    <a:pt x="358" y="727"/>
                    <a:pt x="353" y="756"/>
                  </a:cubicBezTo>
                  <a:lnTo>
                    <a:pt x="113" y="756"/>
                  </a:lnTo>
                  <a:cubicBezTo>
                    <a:pt x="51" y="756"/>
                    <a:pt x="0" y="705"/>
                    <a:pt x="0" y="643"/>
                  </a:cubicBezTo>
                  <a:lnTo>
                    <a:pt x="0" y="178"/>
                  </a:lnTo>
                  <a:lnTo>
                    <a:pt x="179" y="0"/>
                  </a:lnTo>
                  <a:close/>
                  <a:moveTo>
                    <a:pt x="721" y="277"/>
                  </a:moveTo>
                  <a:cubicBezTo>
                    <a:pt x="733" y="283"/>
                    <a:pt x="740" y="295"/>
                    <a:pt x="743" y="310"/>
                  </a:cubicBezTo>
                  <a:cubicBezTo>
                    <a:pt x="765" y="316"/>
                    <a:pt x="786" y="330"/>
                    <a:pt x="802" y="358"/>
                  </a:cubicBezTo>
                  <a:cubicBezTo>
                    <a:pt x="812" y="382"/>
                    <a:pt x="808" y="417"/>
                    <a:pt x="794" y="442"/>
                  </a:cubicBezTo>
                  <a:cubicBezTo>
                    <a:pt x="770" y="487"/>
                    <a:pt x="736" y="543"/>
                    <a:pt x="707" y="588"/>
                  </a:cubicBezTo>
                  <a:cubicBezTo>
                    <a:pt x="688" y="595"/>
                    <a:pt x="692" y="556"/>
                    <a:pt x="699" y="546"/>
                  </a:cubicBezTo>
                  <a:cubicBezTo>
                    <a:pt x="723" y="510"/>
                    <a:pt x="743" y="477"/>
                    <a:pt x="762" y="413"/>
                  </a:cubicBezTo>
                  <a:cubicBezTo>
                    <a:pt x="766" y="382"/>
                    <a:pt x="752" y="368"/>
                    <a:pt x="743" y="355"/>
                  </a:cubicBezTo>
                  <a:cubicBezTo>
                    <a:pt x="742" y="358"/>
                    <a:pt x="742" y="360"/>
                    <a:pt x="741" y="363"/>
                  </a:cubicBezTo>
                  <a:cubicBezTo>
                    <a:pt x="723" y="355"/>
                    <a:pt x="706" y="346"/>
                    <a:pt x="688" y="337"/>
                  </a:cubicBezTo>
                  <a:cubicBezTo>
                    <a:pt x="670" y="327"/>
                    <a:pt x="653" y="314"/>
                    <a:pt x="636" y="302"/>
                  </a:cubicBezTo>
                  <a:cubicBezTo>
                    <a:pt x="669" y="274"/>
                    <a:pt x="698" y="264"/>
                    <a:pt x="721" y="277"/>
                  </a:cubicBezTo>
                  <a:close/>
                  <a:moveTo>
                    <a:pt x="734" y="395"/>
                  </a:moveTo>
                  <a:cubicBezTo>
                    <a:pt x="719" y="445"/>
                    <a:pt x="690" y="508"/>
                    <a:pt x="649" y="579"/>
                  </a:cubicBezTo>
                  <a:cubicBezTo>
                    <a:pt x="628" y="615"/>
                    <a:pt x="604" y="650"/>
                    <a:pt x="580" y="681"/>
                  </a:cubicBezTo>
                  <a:cubicBezTo>
                    <a:pt x="557" y="670"/>
                    <a:pt x="535" y="658"/>
                    <a:pt x="512" y="646"/>
                  </a:cubicBezTo>
                  <a:cubicBezTo>
                    <a:pt x="488" y="633"/>
                    <a:pt x="465" y="617"/>
                    <a:pt x="442" y="601"/>
                  </a:cubicBezTo>
                  <a:cubicBezTo>
                    <a:pt x="457" y="565"/>
                    <a:pt x="475" y="527"/>
                    <a:pt x="496" y="491"/>
                  </a:cubicBezTo>
                  <a:cubicBezTo>
                    <a:pt x="536" y="420"/>
                    <a:pt x="576" y="363"/>
                    <a:pt x="612" y="325"/>
                  </a:cubicBezTo>
                  <a:cubicBezTo>
                    <a:pt x="631" y="338"/>
                    <a:pt x="650" y="351"/>
                    <a:pt x="671" y="363"/>
                  </a:cubicBezTo>
                  <a:cubicBezTo>
                    <a:pt x="691" y="375"/>
                    <a:pt x="712" y="384"/>
                    <a:pt x="734" y="395"/>
                  </a:cubicBezTo>
                  <a:close/>
                  <a:moveTo>
                    <a:pt x="560" y="707"/>
                  </a:moveTo>
                  <a:cubicBezTo>
                    <a:pt x="486" y="797"/>
                    <a:pt x="410" y="858"/>
                    <a:pt x="392" y="848"/>
                  </a:cubicBezTo>
                  <a:cubicBezTo>
                    <a:pt x="375" y="838"/>
                    <a:pt x="389" y="742"/>
                    <a:pt x="430" y="632"/>
                  </a:cubicBezTo>
                  <a:cubicBezTo>
                    <a:pt x="451" y="645"/>
                    <a:pt x="472" y="659"/>
                    <a:pt x="494" y="672"/>
                  </a:cubicBezTo>
                  <a:cubicBezTo>
                    <a:pt x="516" y="685"/>
                    <a:pt x="538" y="695"/>
                    <a:pt x="560" y="707"/>
                  </a:cubicBezTo>
                  <a:close/>
                  <a:moveTo>
                    <a:pt x="294" y="149"/>
                  </a:moveTo>
                  <a:lnTo>
                    <a:pt x="482" y="149"/>
                  </a:lnTo>
                  <a:lnTo>
                    <a:pt x="482" y="193"/>
                  </a:lnTo>
                  <a:lnTo>
                    <a:pt x="294" y="193"/>
                  </a:lnTo>
                  <a:lnTo>
                    <a:pt x="294" y="149"/>
                  </a:lnTo>
                  <a:close/>
                  <a:moveTo>
                    <a:pt x="148" y="437"/>
                  </a:moveTo>
                  <a:lnTo>
                    <a:pt x="258" y="437"/>
                  </a:lnTo>
                  <a:lnTo>
                    <a:pt x="258" y="480"/>
                  </a:lnTo>
                  <a:lnTo>
                    <a:pt x="148" y="480"/>
                  </a:lnTo>
                  <a:lnTo>
                    <a:pt x="148" y="437"/>
                  </a:lnTo>
                  <a:close/>
                  <a:moveTo>
                    <a:pt x="148" y="337"/>
                  </a:moveTo>
                  <a:lnTo>
                    <a:pt x="482" y="337"/>
                  </a:lnTo>
                  <a:lnTo>
                    <a:pt x="482" y="381"/>
                  </a:lnTo>
                  <a:lnTo>
                    <a:pt x="148" y="381"/>
                  </a:lnTo>
                  <a:lnTo>
                    <a:pt x="148" y="337"/>
                  </a:lnTo>
                  <a:close/>
                  <a:moveTo>
                    <a:pt x="148" y="245"/>
                  </a:moveTo>
                  <a:lnTo>
                    <a:pt x="482" y="245"/>
                  </a:lnTo>
                  <a:lnTo>
                    <a:pt x="482" y="288"/>
                  </a:lnTo>
                  <a:lnTo>
                    <a:pt x="148" y="288"/>
                  </a:lnTo>
                  <a:lnTo>
                    <a:pt x="148" y="245"/>
                  </a:lnTo>
                  <a:close/>
                  <a:moveTo>
                    <a:pt x="111" y="187"/>
                  </a:moveTo>
                  <a:lnTo>
                    <a:pt x="193" y="187"/>
                  </a:lnTo>
                  <a:cubicBezTo>
                    <a:pt x="201" y="187"/>
                    <a:pt x="208" y="181"/>
                    <a:pt x="208" y="173"/>
                  </a:cubicBezTo>
                  <a:lnTo>
                    <a:pt x="208" y="91"/>
                  </a:lnTo>
                  <a:lnTo>
                    <a:pt x="111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TextBox 59"/>
          <p:cNvSpPr txBox="1">
            <a:spLocks noChangeArrowheads="1"/>
          </p:cNvSpPr>
          <p:nvPr/>
        </p:nvSpPr>
        <p:spPr bwMode="auto">
          <a:xfrm>
            <a:off x="1339054" y="264177"/>
            <a:ext cx="2940050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启发算法</a:t>
            </a: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设计</a:t>
            </a:r>
            <a:endParaRPr lang="zh-CN" altLang="en-US" sz="2400" b="1" dirty="0">
              <a:solidFill>
                <a:srgbClr val="313D5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421503" y="801950"/>
            <a:ext cx="4171536" cy="45719"/>
            <a:chOff x="6956001" y="1968700"/>
            <a:chExt cx="4171536" cy="45719"/>
          </a:xfrm>
        </p:grpSpPr>
        <p:cxnSp>
          <p:nvCxnSpPr>
            <p:cNvPr id="31" name="直接连接符 30"/>
            <p:cNvCxnSpPr/>
            <p:nvPr/>
          </p:nvCxnSpPr>
          <p:spPr>
            <a:xfrm flipH="1">
              <a:off x="6970986" y="2009999"/>
              <a:ext cx="4156551" cy="0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2" name="矩形 31"/>
            <p:cNvSpPr/>
            <p:nvPr/>
          </p:nvSpPr>
          <p:spPr>
            <a:xfrm flipH="1">
              <a:off x="6956001" y="1968700"/>
              <a:ext cx="950535" cy="45719"/>
            </a:xfrm>
            <a:prstGeom prst="rect">
              <a:avLst/>
            </a:prstGeom>
            <a:solidFill>
              <a:srgbClr val="244C8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lnSpc>
                  <a:spcPct val="120000"/>
                </a:lnSpc>
                <a:defRPr/>
              </a:pPr>
              <a:endParaRPr lang="zh-CN" altLang="en-US" sz="1800" kern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066415" y="1469390"/>
            <a:ext cx="413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53440" y="3174365"/>
            <a:ext cx="8238490" cy="7804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2800">
                <a:solidFill>
                  <a:schemeClr val="tx1"/>
                </a:solidFill>
              </a:rPr>
              <a:t>提分的关键</a:t>
            </a:r>
            <a:endParaRPr lang="zh-CN" altLang="en-US" sz="2800">
              <a:solidFill>
                <a:schemeClr val="tx1"/>
              </a:solidFill>
            </a:endParaRPr>
          </a:p>
        </p:txBody>
      </p:sp>
      <p:pic>
        <p:nvPicPr>
          <p:cNvPr id="3" name="图片 2" descr="io模式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4370" y="975995"/>
            <a:ext cx="8216900" cy="5467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58813" y="258246"/>
            <a:ext cx="576262" cy="576262"/>
            <a:chOff x="416756" y="345952"/>
            <a:chExt cx="576262" cy="576262"/>
          </a:xfrm>
        </p:grpSpPr>
        <p:sp>
          <p:nvSpPr>
            <p:cNvPr id="28" name="圆角矩形 10"/>
            <p:cNvSpPr>
              <a:spLocks noChangeArrowheads="1"/>
            </p:cNvSpPr>
            <p:nvPr/>
          </p:nvSpPr>
          <p:spPr bwMode="auto">
            <a:xfrm>
              <a:off x="416756" y="345952"/>
              <a:ext cx="576262" cy="576262"/>
            </a:xfrm>
            <a:prstGeom prst="roundRect">
              <a:avLst>
                <a:gd name="adj" fmla="val 16667"/>
              </a:avLst>
            </a:prstGeom>
            <a:solidFill>
              <a:srgbClr val="244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548762" y="466597"/>
              <a:ext cx="312249" cy="334972"/>
            </a:xfrm>
            <a:custGeom>
              <a:avLst/>
              <a:gdLst>
                <a:gd name="T0" fmla="*/ 2147483646 w 812"/>
                <a:gd name="T1" fmla="*/ 0 h 858"/>
                <a:gd name="T2" fmla="*/ 2147483646 w 812"/>
                <a:gd name="T3" fmla="*/ 2147483646 h 858"/>
                <a:gd name="T4" fmla="*/ 2147483646 w 812"/>
                <a:gd name="T5" fmla="*/ 2147483646 h 858"/>
                <a:gd name="T6" fmla="*/ 2147483646 w 812"/>
                <a:gd name="T7" fmla="*/ 2147483646 h 858"/>
                <a:gd name="T8" fmla="*/ 2147483646 w 812"/>
                <a:gd name="T9" fmla="*/ 2147483646 h 858"/>
                <a:gd name="T10" fmla="*/ 2147483646 w 812"/>
                <a:gd name="T11" fmla="*/ 2147483646 h 858"/>
                <a:gd name="T12" fmla="*/ 2147483646 w 812"/>
                <a:gd name="T13" fmla="*/ 2147483646 h 858"/>
                <a:gd name="T14" fmla="*/ 2147483646 w 812"/>
                <a:gd name="T15" fmla="*/ 2147483646 h 858"/>
                <a:gd name="T16" fmla="*/ 0 w 812"/>
                <a:gd name="T17" fmla="*/ 2147483646 h 858"/>
                <a:gd name="T18" fmla="*/ 2147483646 w 812"/>
                <a:gd name="T19" fmla="*/ 2147483646 h 858"/>
                <a:gd name="T20" fmla="*/ 2147483646 w 812"/>
                <a:gd name="T21" fmla="*/ 2147483646 h 858"/>
                <a:gd name="T22" fmla="*/ 2147483646 w 812"/>
                <a:gd name="T23" fmla="*/ 2147483646 h 858"/>
                <a:gd name="T24" fmla="*/ 2147483646 w 812"/>
                <a:gd name="T25" fmla="*/ 2147483646 h 858"/>
                <a:gd name="T26" fmla="*/ 2147483646 w 812"/>
                <a:gd name="T27" fmla="*/ 2147483646 h 858"/>
                <a:gd name="T28" fmla="*/ 2147483646 w 812"/>
                <a:gd name="T29" fmla="*/ 2147483646 h 858"/>
                <a:gd name="T30" fmla="*/ 2147483646 w 812"/>
                <a:gd name="T31" fmla="*/ 2147483646 h 858"/>
                <a:gd name="T32" fmla="*/ 2147483646 w 812"/>
                <a:gd name="T33" fmla="*/ 2147483646 h 858"/>
                <a:gd name="T34" fmla="*/ 2147483646 w 812"/>
                <a:gd name="T35" fmla="*/ 2147483646 h 858"/>
                <a:gd name="T36" fmla="*/ 2147483646 w 812"/>
                <a:gd name="T37" fmla="*/ 2147483646 h 858"/>
                <a:gd name="T38" fmla="*/ 2147483646 w 812"/>
                <a:gd name="T39" fmla="*/ 2147483646 h 858"/>
                <a:gd name="T40" fmla="*/ 2147483646 w 812"/>
                <a:gd name="T41" fmla="*/ 2147483646 h 858"/>
                <a:gd name="T42" fmla="*/ 2147483646 w 812"/>
                <a:gd name="T43" fmla="*/ 2147483646 h 858"/>
                <a:gd name="T44" fmla="*/ 2147483646 w 812"/>
                <a:gd name="T45" fmla="*/ 2147483646 h 858"/>
                <a:gd name="T46" fmla="*/ 2147483646 w 812"/>
                <a:gd name="T47" fmla="*/ 2147483646 h 858"/>
                <a:gd name="T48" fmla="*/ 2147483646 w 812"/>
                <a:gd name="T49" fmla="*/ 2147483646 h 858"/>
                <a:gd name="T50" fmla="*/ 2147483646 w 812"/>
                <a:gd name="T51" fmla="*/ 2147483646 h 858"/>
                <a:gd name="T52" fmla="*/ 2147483646 w 812"/>
                <a:gd name="T53" fmla="*/ 2147483646 h 858"/>
                <a:gd name="T54" fmla="*/ 2147483646 w 812"/>
                <a:gd name="T55" fmla="*/ 2147483646 h 858"/>
                <a:gd name="T56" fmla="*/ 2147483646 w 812"/>
                <a:gd name="T57" fmla="*/ 2147483646 h 858"/>
                <a:gd name="T58" fmla="*/ 2147483646 w 812"/>
                <a:gd name="T59" fmla="*/ 2147483646 h 858"/>
                <a:gd name="T60" fmla="*/ 2147483646 w 812"/>
                <a:gd name="T61" fmla="*/ 2147483646 h 858"/>
                <a:gd name="T62" fmla="*/ 2147483646 w 812"/>
                <a:gd name="T63" fmla="*/ 2147483646 h 858"/>
                <a:gd name="T64" fmla="*/ 2147483646 w 812"/>
                <a:gd name="T65" fmla="*/ 2147483646 h 858"/>
                <a:gd name="T66" fmla="*/ 2147483646 w 812"/>
                <a:gd name="T67" fmla="*/ 2147483646 h 858"/>
                <a:gd name="T68" fmla="*/ 2147483646 w 812"/>
                <a:gd name="T69" fmla="*/ 2147483646 h 8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12" h="858">
                  <a:moveTo>
                    <a:pt x="179" y="0"/>
                  </a:moveTo>
                  <a:lnTo>
                    <a:pt x="507" y="0"/>
                  </a:lnTo>
                  <a:cubicBezTo>
                    <a:pt x="569" y="0"/>
                    <a:pt x="620" y="51"/>
                    <a:pt x="620" y="113"/>
                  </a:cubicBezTo>
                  <a:lnTo>
                    <a:pt x="620" y="264"/>
                  </a:lnTo>
                  <a:cubicBezTo>
                    <a:pt x="584" y="292"/>
                    <a:pt x="563" y="318"/>
                    <a:pt x="535" y="356"/>
                  </a:cubicBezTo>
                  <a:lnTo>
                    <a:pt x="535" y="113"/>
                  </a:lnTo>
                  <a:cubicBezTo>
                    <a:pt x="535" y="98"/>
                    <a:pt x="522" y="85"/>
                    <a:pt x="507" y="85"/>
                  </a:cubicBezTo>
                  <a:lnTo>
                    <a:pt x="247" y="85"/>
                  </a:lnTo>
                  <a:lnTo>
                    <a:pt x="247" y="204"/>
                  </a:lnTo>
                  <a:cubicBezTo>
                    <a:pt x="247" y="216"/>
                    <a:pt x="237" y="226"/>
                    <a:pt x="225" y="226"/>
                  </a:cubicBezTo>
                  <a:lnTo>
                    <a:pt x="86" y="226"/>
                  </a:lnTo>
                  <a:lnTo>
                    <a:pt x="86" y="643"/>
                  </a:lnTo>
                  <a:cubicBezTo>
                    <a:pt x="86" y="658"/>
                    <a:pt x="98" y="670"/>
                    <a:pt x="113" y="670"/>
                  </a:cubicBezTo>
                  <a:lnTo>
                    <a:pt x="375" y="670"/>
                  </a:lnTo>
                  <a:cubicBezTo>
                    <a:pt x="366" y="699"/>
                    <a:pt x="358" y="727"/>
                    <a:pt x="353" y="756"/>
                  </a:cubicBezTo>
                  <a:lnTo>
                    <a:pt x="113" y="756"/>
                  </a:lnTo>
                  <a:cubicBezTo>
                    <a:pt x="51" y="756"/>
                    <a:pt x="0" y="705"/>
                    <a:pt x="0" y="643"/>
                  </a:cubicBezTo>
                  <a:lnTo>
                    <a:pt x="0" y="178"/>
                  </a:lnTo>
                  <a:lnTo>
                    <a:pt x="179" y="0"/>
                  </a:lnTo>
                  <a:close/>
                  <a:moveTo>
                    <a:pt x="721" y="277"/>
                  </a:moveTo>
                  <a:cubicBezTo>
                    <a:pt x="733" y="283"/>
                    <a:pt x="740" y="295"/>
                    <a:pt x="743" y="310"/>
                  </a:cubicBezTo>
                  <a:cubicBezTo>
                    <a:pt x="765" y="316"/>
                    <a:pt x="786" y="330"/>
                    <a:pt x="802" y="358"/>
                  </a:cubicBezTo>
                  <a:cubicBezTo>
                    <a:pt x="812" y="382"/>
                    <a:pt x="808" y="417"/>
                    <a:pt x="794" y="442"/>
                  </a:cubicBezTo>
                  <a:cubicBezTo>
                    <a:pt x="770" y="487"/>
                    <a:pt x="736" y="543"/>
                    <a:pt x="707" y="588"/>
                  </a:cubicBezTo>
                  <a:cubicBezTo>
                    <a:pt x="688" y="595"/>
                    <a:pt x="692" y="556"/>
                    <a:pt x="699" y="546"/>
                  </a:cubicBezTo>
                  <a:cubicBezTo>
                    <a:pt x="723" y="510"/>
                    <a:pt x="743" y="477"/>
                    <a:pt x="762" y="413"/>
                  </a:cubicBezTo>
                  <a:cubicBezTo>
                    <a:pt x="766" y="382"/>
                    <a:pt x="752" y="368"/>
                    <a:pt x="743" y="355"/>
                  </a:cubicBezTo>
                  <a:cubicBezTo>
                    <a:pt x="742" y="358"/>
                    <a:pt x="742" y="360"/>
                    <a:pt x="741" y="363"/>
                  </a:cubicBezTo>
                  <a:cubicBezTo>
                    <a:pt x="723" y="355"/>
                    <a:pt x="706" y="346"/>
                    <a:pt x="688" y="337"/>
                  </a:cubicBezTo>
                  <a:cubicBezTo>
                    <a:pt x="670" y="327"/>
                    <a:pt x="653" y="314"/>
                    <a:pt x="636" y="302"/>
                  </a:cubicBezTo>
                  <a:cubicBezTo>
                    <a:pt x="669" y="274"/>
                    <a:pt x="698" y="264"/>
                    <a:pt x="721" y="277"/>
                  </a:cubicBezTo>
                  <a:close/>
                  <a:moveTo>
                    <a:pt x="734" y="395"/>
                  </a:moveTo>
                  <a:cubicBezTo>
                    <a:pt x="719" y="445"/>
                    <a:pt x="690" y="508"/>
                    <a:pt x="649" y="579"/>
                  </a:cubicBezTo>
                  <a:cubicBezTo>
                    <a:pt x="628" y="615"/>
                    <a:pt x="604" y="650"/>
                    <a:pt x="580" y="681"/>
                  </a:cubicBezTo>
                  <a:cubicBezTo>
                    <a:pt x="557" y="670"/>
                    <a:pt x="535" y="658"/>
                    <a:pt x="512" y="646"/>
                  </a:cubicBezTo>
                  <a:cubicBezTo>
                    <a:pt x="488" y="633"/>
                    <a:pt x="465" y="617"/>
                    <a:pt x="442" y="601"/>
                  </a:cubicBezTo>
                  <a:cubicBezTo>
                    <a:pt x="457" y="565"/>
                    <a:pt x="475" y="527"/>
                    <a:pt x="496" y="491"/>
                  </a:cubicBezTo>
                  <a:cubicBezTo>
                    <a:pt x="536" y="420"/>
                    <a:pt x="576" y="363"/>
                    <a:pt x="612" y="325"/>
                  </a:cubicBezTo>
                  <a:cubicBezTo>
                    <a:pt x="631" y="338"/>
                    <a:pt x="650" y="351"/>
                    <a:pt x="671" y="363"/>
                  </a:cubicBezTo>
                  <a:cubicBezTo>
                    <a:pt x="691" y="375"/>
                    <a:pt x="712" y="384"/>
                    <a:pt x="734" y="395"/>
                  </a:cubicBezTo>
                  <a:close/>
                  <a:moveTo>
                    <a:pt x="560" y="707"/>
                  </a:moveTo>
                  <a:cubicBezTo>
                    <a:pt x="486" y="797"/>
                    <a:pt x="410" y="858"/>
                    <a:pt x="392" y="848"/>
                  </a:cubicBezTo>
                  <a:cubicBezTo>
                    <a:pt x="375" y="838"/>
                    <a:pt x="389" y="742"/>
                    <a:pt x="430" y="632"/>
                  </a:cubicBezTo>
                  <a:cubicBezTo>
                    <a:pt x="451" y="645"/>
                    <a:pt x="472" y="659"/>
                    <a:pt x="494" y="672"/>
                  </a:cubicBezTo>
                  <a:cubicBezTo>
                    <a:pt x="516" y="685"/>
                    <a:pt x="538" y="695"/>
                    <a:pt x="560" y="707"/>
                  </a:cubicBezTo>
                  <a:close/>
                  <a:moveTo>
                    <a:pt x="294" y="149"/>
                  </a:moveTo>
                  <a:lnTo>
                    <a:pt x="482" y="149"/>
                  </a:lnTo>
                  <a:lnTo>
                    <a:pt x="482" y="193"/>
                  </a:lnTo>
                  <a:lnTo>
                    <a:pt x="294" y="193"/>
                  </a:lnTo>
                  <a:lnTo>
                    <a:pt x="294" y="149"/>
                  </a:lnTo>
                  <a:close/>
                  <a:moveTo>
                    <a:pt x="148" y="437"/>
                  </a:moveTo>
                  <a:lnTo>
                    <a:pt x="258" y="437"/>
                  </a:lnTo>
                  <a:lnTo>
                    <a:pt x="258" y="480"/>
                  </a:lnTo>
                  <a:lnTo>
                    <a:pt x="148" y="480"/>
                  </a:lnTo>
                  <a:lnTo>
                    <a:pt x="148" y="437"/>
                  </a:lnTo>
                  <a:close/>
                  <a:moveTo>
                    <a:pt x="148" y="337"/>
                  </a:moveTo>
                  <a:lnTo>
                    <a:pt x="482" y="337"/>
                  </a:lnTo>
                  <a:lnTo>
                    <a:pt x="482" y="381"/>
                  </a:lnTo>
                  <a:lnTo>
                    <a:pt x="148" y="381"/>
                  </a:lnTo>
                  <a:lnTo>
                    <a:pt x="148" y="337"/>
                  </a:lnTo>
                  <a:close/>
                  <a:moveTo>
                    <a:pt x="148" y="245"/>
                  </a:moveTo>
                  <a:lnTo>
                    <a:pt x="482" y="245"/>
                  </a:lnTo>
                  <a:lnTo>
                    <a:pt x="482" y="288"/>
                  </a:lnTo>
                  <a:lnTo>
                    <a:pt x="148" y="288"/>
                  </a:lnTo>
                  <a:lnTo>
                    <a:pt x="148" y="245"/>
                  </a:lnTo>
                  <a:close/>
                  <a:moveTo>
                    <a:pt x="111" y="187"/>
                  </a:moveTo>
                  <a:lnTo>
                    <a:pt x="193" y="187"/>
                  </a:lnTo>
                  <a:cubicBezTo>
                    <a:pt x="201" y="187"/>
                    <a:pt x="208" y="181"/>
                    <a:pt x="208" y="173"/>
                  </a:cubicBezTo>
                  <a:lnTo>
                    <a:pt x="208" y="91"/>
                  </a:lnTo>
                  <a:lnTo>
                    <a:pt x="111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TextBox 59"/>
          <p:cNvSpPr txBox="1">
            <a:spLocks noChangeArrowheads="1"/>
          </p:cNvSpPr>
          <p:nvPr/>
        </p:nvSpPr>
        <p:spPr bwMode="auto">
          <a:xfrm>
            <a:off x="1339054" y="264177"/>
            <a:ext cx="2940050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启发算法</a:t>
            </a: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设计</a:t>
            </a:r>
            <a:endParaRPr lang="zh-CN" altLang="en-US" sz="2400" b="1" dirty="0">
              <a:solidFill>
                <a:srgbClr val="313D5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421503" y="801950"/>
            <a:ext cx="4171536" cy="45719"/>
            <a:chOff x="6956001" y="1968700"/>
            <a:chExt cx="4171536" cy="45719"/>
          </a:xfrm>
        </p:grpSpPr>
        <p:cxnSp>
          <p:nvCxnSpPr>
            <p:cNvPr id="31" name="直接连接符 30"/>
            <p:cNvCxnSpPr/>
            <p:nvPr/>
          </p:nvCxnSpPr>
          <p:spPr>
            <a:xfrm flipH="1">
              <a:off x="6970986" y="2009999"/>
              <a:ext cx="4156551" cy="0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2" name="矩形 31"/>
            <p:cNvSpPr/>
            <p:nvPr/>
          </p:nvSpPr>
          <p:spPr>
            <a:xfrm flipH="1">
              <a:off x="6956001" y="1968700"/>
              <a:ext cx="950535" cy="45719"/>
            </a:xfrm>
            <a:prstGeom prst="rect">
              <a:avLst/>
            </a:prstGeom>
            <a:solidFill>
              <a:srgbClr val="244C8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lnSpc>
                  <a:spcPct val="120000"/>
                </a:lnSpc>
                <a:defRPr/>
              </a:pPr>
              <a:endParaRPr lang="zh-CN" altLang="en-US" sz="1800" kern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066415" y="1469390"/>
            <a:ext cx="413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02995" y="1263015"/>
            <a:ext cx="8238490" cy="7804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2800">
                <a:solidFill>
                  <a:schemeClr val="tx1"/>
                </a:solidFill>
              </a:rPr>
              <a:t>针对大数据集的近一步</a:t>
            </a:r>
            <a:r>
              <a:rPr lang="zh-CN" altLang="en-US" sz="2800">
                <a:solidFill>
                  <a:schemeClr val="tx1"/>
                </a:solidFill>
              </a:rPr>
              <a:t>优化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36140" y="2289810"/>
            <a:ext cx="810577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2000"/>
              <a:t>因为需要考虑到算法调度加分的因素，那么就需要对大数据集的启发过程作近一步</a:t>
            </a:r>
            <a:r>
              <a:rPr lang="zh-CN" altLang="en-US" sz="2000"/>
              <a:t>的优化，主要考虑以下两点：</a:t>
            </a:r>
            <a:endParaRPr lang="zh-CN" altLang="en-US" sz="2000"/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zh-CN" altLang="en-US" sz="2000"/>
          </a:p>
          <a:p>
            <a:pPr marL="457200" indent="-457200">
              <a:lnSpc>
                <a:spcPct val="160000"/>
              </a:lnSpc>
              <a:buFont typeface="Arial" panose="020B0604020202020204" pitchFamily="34" charset="0"/>
              <a:buAutoNum type="arabicPeriod"/>
            </a:pPr>
            <a:r>
              <a:rPr lang="zh-CN" altLang="en-US" sz="2000"/>
              <a:t>只对同方向，并且起点距离在一定范围的</a:t>
            </a:r>
            <a:r>
              <a:rPr lang="en-US" altLang="zh-CN" sz="2000"/>
              <a:t>io</a:t>
            </a:r>
            <a:r>
              <a:rPr lang="zh-CN" altLang="en-US" sz="2000"/>
              <a:t>尝试进行交换</a:t>
            </a:r>
            <a:endParaRPr lang="zh-CN" altLang="en-US" sz="2000"/>
          </a:p>
          <a:p>
            <a:pPr marL="457200" indent="-457200">
              <a:lnSpc>
                <a:spcPct val="160000"/>
              </a:lnSpc>
              <a:buFont typeface="Arial" panose="020B0604020202020204" pitchFamily="34" charset="0"/>
              <a:buAutoNum type="arabicPeriod"/>
            </a:pPr>
            <a:r>
              <a:rPr lang="zh-CN" altLang="en-US" sz="2000"/>
              <a:t>只对同方</a:t>
            </a:r>
            <a:r>
              <a:rPr lang="zh-CN" altLang="en-US" sz="2000"/>
              <a:t>向，并且终点与起点距离在一定范围的</a:t>
            </a:r>
            <a:r>
              <a:rPr lang="en-US" altLang="zh-CN" sz="2000"/>
              <a:t>io</a:t>
            </a:r>
            <a:r>
              <a:rPr lang="zh-CN" altLang="en-US" sz="2000"/>
              <a:t>尝试进行插入操作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5" t="7890" r="2901" b="2300"/>
          <a:stretch>
            <a:fillRect/>
          </a:stretch>
        </p:blipFill>
        <p:spPr>
          <a:xfrm>
            <a:off x="0" y="0"/>
            <a:ext cx="12192000" cy="7313228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2425700" y="-1"/>
            <a:ext cx="3670300" cy="6286501"/>
          </a:xfrm>
          <a:prstGeom prst="rect">
            <a:avLst/>
          </a:prstGeom>
          <a:gradFill flip="none" rotWithShape="1">
            <a:gsLst>
              <a:gs pos="0">
                <a:srgbClr val="F6F7F7"/>
              </a:gs>
              <a:gs pos="97345">
                <a:schemeClr val="bg1">
                  <a:alpha val="0"/>
                </a:schemeClr>
              </a:gs>
              <a:gs pos="82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-133745" y="4723107"/>
            <a:ext cx="12459490" cy="3845071"/>
            <a:chOff x="-133745" y="4009642"/>
            <a:chExt cx="12459490" cy="3845071"/>
          </a:xfrm>
        </p:grpSpPr>
        <p:sp>
          <p:nvSpPr>
            <p:cNvPr id="19" name="任意多边形: 形状 18"/>
            <p:cNvSpPr/>
            <p:nvPr/>
          </p:nvSpPr>
          <p:spPr>
            <a:xfrm>
              <a:off x="-133745" y="4009642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noFill/>
            <a:ln w="12700" cap="flat" cmpd="sng" algn="ctr">
              <a:solidFill>
                <a:srgbClr val="244C89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-133745" y="4394283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solidFill>
              <a:srgbClr val="244C8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635000" dist="38100" dir="10800000" algn="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-133745" y="4935769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825219" y="1081844"/>
            <a:ext cx="3487228" cy="31534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en-US" altLang="zh-CN" sz="19900" b="1" dirty="0">
                <a:solidFill>
                  <a:srgbClr val="244C8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3</a:t>
            </a:r>
            <a:endParaRPr lang="en-US" altLang="zh-CN" sz="19900" b="1" dirty="0">
              <a:solidFill>
                <a:srgbClr val="244C89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5580063" y="2105105"/>
            <a:ext cx="5936615" cy="822325"/>
            <a:chOff x="5714354" y="1580083"/>
            <a:chExt cx="5936615" cy="822325"/>
          </a:xfrm>
        </p:grpSpPr>
        <p:grpSp>
          <p:nvGrpSpPr>
            <p:cNvPr id="74" name="组合 73"/>
            <p:cNvGrpSpPr/>
            <p:nvPr/>
          </p:nvGrpSpPr>
          <p:grpSpPr>
            <a:xfrm>
              <a:off x="5714354" y="1580083"/>
              <a:ext cx="5936615" cy="822325"/>
              <a:chOff x="4753236" y="1985384"/>
              <a:chExt cx="5936615" cy="822325"/>
            </a:xfrm>
          </p:grpSpPr>
          <p:grpSp>
            <p:nvGrpSpPr>
              <p:cNvPr id="78" name="组合 21"/>
              <p:cNvGrpSpPr/>
              <p:nvPr/>
            </p:nvGrpSpPr>
            <p:grpSpPr bwMode="auto">
              <a:xfrm>
                <a:off x="4753236" y="2069839"/>
                <a:ext cx="576262" cy="576262"/>
                <a:chOff x="6170389" y="2579551"/>
                <a:chExt cx="576064" cy="576064"/>
              </a:xfrm>
            </p:grpSpPr>
            <p:sp>
              <p:nvSpPr>
                <p:cNvPr id="81" name="圆角矩形 10"/>
                <p:cNvSpPr>
                  <a:spLocks noChangeArrowheads="1"/>
                </p:cNvSpPr>
                <p:nvPr/>
              </p:nvSpPr>
              <p:spPr bwMode="auto">
                <a:xfrm>
                  <a:off x="6170389" y="2579551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 27"/>
                <p:cNvSpPr>
                  <a:spLocks noEditPoints="1"/>
                </p:cNvSpPr>
                <p:nvPr/>
              </p:nvSpPr>
              <p:spPr bwMode="auto">
                <a:xfrm>
                  <a:off x="6344742" y="2711328"/>
                  <a:ext cx="312142" cy="334857"/>
                </a:xfrm>
                <a:custGeom>
                  <a:avLst/>
                  <a:gdLst>
                    <a:gd name="T0" fmla="*/ 2147483646 w 812"/>
                    <a:gd name="T1" fmla="*/ 0 h 858"/>
                    <a:gd name="T2" fmla="*/ 2147483646 w 812"/>
                    <a:gd name="T3" fmla="*/ 2147483646 h 858"/>
                    <a:gd name="T4" fmla="*/ 2147483646 w 812"/>
                    <a:gd name="T5" fmla="*/ 2147483646 h 858"/>
                    <a:gd name="T6" fmla="*/ 2147483646 w 812"/>
                    <a:gd name="T7" fmla="*/ 2147483646 h 858"/>
                    <a:gd name="T8" fmla="*/ 2147483646 w 812"/>
                    <a:gd name="T9" fmla="*/ 2147483646 h 858"/>
                    <a:gd name="T10" fmla="*/ 2147483646 w 812"/>
                    <a:gd name="T11" fmla="*/ 2147483646 h 858"/>
                    <a:gd name="T12" fmla="*/ 2147483646 w 812"/>
                    <a:gd name="T13" fmla="*/ 2147483646 h 858"/>
                    <a:gd name="T14" fmla="*/ 2147483646 w 812"/>
                    <a:gd name="T15" fmla="*/ 2147483646 h 858"/>
                    <a:gd name="T16" fmla="*/ 0 w 812"/>
                    <a:gd name="T17" fmla="*/ 2147483646 h 858"/>
                    <a:gd name="T18" fmla="*/ 2147483646 w 812"/>
                    <a:gd name="T19" fmla="*/ 2147483646 h 858"/>
                    <a:gd name="T20" fmla="*/ 2147483646 w 812"/>
                    <a:gd name="T21" fmla="*/ 2147483646 h 858"/>
                    <a:gd name="T22" fmla="*/ 2147483646 w 812"/>
                    <a:gd name="T23" fmla="*/ 2147483646 h 858"/>
                    <a:gd name="T24" fmla="*/ 2147483646 w 812"/>
                    <a:gd name="T25" fmla="*/ 2147483646 h 858"/>
                    <a:gd name="T26" fmla="*/ 2147483646 w 812"/>
                    <a:gd name="T27" fmla="*/ 2147483646 h 858"/>
                    <a:gd name="T28" fmla="*/ 2147483646 w 812"/>
                    <a:gd name="T29" fmla="*/ 2147483646 h 858"/>
                    <a:gd name="T30" fmla="*/ 2147483646 w 812"/>
                    <a:gd name="T31" fmla="*/ 2147483646 h 858"/>
                    <a:gd name="T32" fmla="*/ 2147483646 w 812"/>
                    <a:gd name="T33" fmla="*/ 2147483646 h 858"/>
                    <a:gd name="T34" fmla="*/ 2147483646 w 812"/>
                    <a:gd name="T35" fmla="*/ 2147483646 h 858"/>
                    <a:gd name="T36" fmla="*/ 2147483646 w 812"/>
                    <a:gd name="T37" fmla="*/ 2147483646 h 858"/>
                    <a:gd name="T38" fmla="*/ 2147483646 w 812"/>
                    <a:gd name="T39" fmla="*/ 2147483646 h 858"/>
                    <a:gd name="T40" fmla="*/ 2147483646 w 812"/>
                    <a:gd name="T41" fmla="*/ 2147483646 h 858"/>
                    <a:gd name="T42" fmla="*/ 2147483646 w 812"/>
                    <a:gd name="T43" fmla="*/ 2147483646 h 858"/>
                    <a:gd name="T44" fmla="*/ 2147483646 w 812"/>
                    <a:gd name="T45" fmla="*/ 2147483646 h 858"/>
                    <a:gd name="T46" fmla="*/ 2147483646 w 812"/>
                    <a:gd name="T47" fmla="*/ 2147483646 h 858"/>
                    <a:gd name="T48" fmla="*/ 2147483646 w 812"/>
                    <a:gd name="T49" fmla="*/ 2147483646 h 858"/>
                    <a:gd name="T50" fmla="*/ 2147483646 w 812"/>
                    <a:gd name="T51" fmla="*/ 2147483646 h 858"/>
                    <a:gd name="T52" fmla="*/ 2147483646 w 812"/>
                    <a:gd name="T53" fmla="*/ 2147483646 h 858"/>
                    <a:gd name="T54" fmla="*/ 2147483646 w 812"/>
                    <a:gd name="T55" fmla="*/ 2147483646 h 858"/>
                    <a:gd name="T56" fmla="*/ 2147483646 w 812"/>
                    <a:gd name="T57" fmla="*/ 2147483646 h 858"/>
                    <a:gd name="T58" fmla="*/ 2147483646 w 812"/>
                    <a:gd name="T59" fmla="*/ 2147483646 h 858"/>
                    <a:gd name="T60" fmla="*/ 2147483646 w 812"/>
                    <a:gd name="T61" fmla="*/ 2147483646 h 858"/>
                    <a:gd name="T62" fmla="*/ 2147483646 w 812"/>
                    <a:gd name="T63" fmla="*/ 2147483646 h 858"/>
                    <a:gd name="T64" fmla="*/ 2147483646 w 812"/>
                    <a:gd name="T65" fmla="*/ 2147483646 h 858"/>
                    <a:gd name="T66" fmla="*/ 2147483646 w 812"/>
                    <a:gd name="T67" fmla="*/ 2147483646 h 858"/>
                    <a:gd name="T68" fmla="*/ 2147483646 w 812"/>
                    <a:gd name="T69" fmla="*/ 2147483646 h 85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812" h="858">
                      <a:moveTo>
                        <a:pt x="179" y="0"/>
                      </a:moveTo>
                      <a:lnTo>
                        <a:pt x="507" y="0"/>
                      </a:lnTo>
                      <a:cubicBezTo>
                        <a:pt x="569" y="0"/>
                        <a:pt x="620" y="51"/>
                        <a:pt x="620" y="113"/>
                      </a:cubicBezTo>
                      <a:lnTo>
                        <a:pt x="620" y="264"/>
                      </a:lnTo>
                      <a:cubicBezTo>
                        <a:pt x="584" y="292"/>
                        <a:pt x="563" y="318"/>
                        <a:pt x="535" y="356"/>
                      </a:cubicBezTo>
                      <a:lnTo>
                        <a:pt x="535" y="113"/>
                      </a:lnTo>
                      <a:cubicBezTo>
                        <a:pt x="535" y="98"/>
                        <a:pt x="522" y="85"/>
                        <a:pt x="507" y="85"/>
                      </a:cubicBezTo>
                      <a:lnTo>
                        <a:pt x="247" y="85"/>
                      </a:lnTo>
                      <a:lnTo>
                        <a:pt x="247" y="204"/>
                      </a:lnTo>
                      <a:cubicBezTo>
                        <a:pt x="247" y="216"/>
                        <a:pt x="237" y="226"/>
                        <a:pt x="225" y="226"/>
                      </a:cubicBezTo>
                      <a:lnTo>
                        <a:pt x="86" y="226"/>
                      </a:lnTo>
                      <a:lnTo>
                        <a:pt x="86" y="643"/>
                      </a:lnTo>
                      <a:cubicBezTo>
                        <a:pt x="86" y="658"/>
                        <a:pt x="98" y="670"/>
                        <a:pt x="113" y="670"/>
                      </a:cubicBezTo>
                      <a:lnTo>
                        <a:pt x="375" y="670"/>
                      </a:lnTo>
                      <a:cubicBezTo>
                        <a:pt x="366" y="699"/>
                        <a:pt x="358" y="727"/>
                        <a:pt x="353" y="756"/>
                      </a:cubicBezTo>
                      <a:lnTo>
                        <a:pt x="113" y="756"/>
                      </a:lnTo>
                      <a:cubicBezTo>
                        <a:pt x="51" y="756"/>
                        <a:pt x="0" y="705"/>
                        <a:pt x="0" y="643"/>
                      </a:cubicBezTo>
                      <a:lnTo>
                        <a:pt x="0" y="178"/>
                      </a:lnTo>
                      <a:lnTo>
                        <a:pt x="179" y="0"/>
                      </a:lnTo>
                      <a:close/>
                      <a:moveTo>
                        <a:pt x="721" y="277"/>
                      </a:moveTo>
                      <a:cubicBezTo>
                        <a:pt x="733" y="283"/>
                        <a:pt x="740" y="295"/>
                        <a:pt x="743" y="310"/>
                      </a:cubicBezTo>
                      <a:cubicBezTo>
                        <a:pt x="765" y="316"/>
                        <a:pt x="786" y="330"/>
                        <a:pt x="802" y="358"/>
                      </a:cubicBezTo>
                      <a:cubicBezTo>
                        <a:pt x="812" y="382"/>
                        <a:pt x="808" y="417"/>
                        <a:pt x="794" y="442"/>
                      </a:cubicBezTo>
                      <a:cubicBezTo>
                        <a:pt x="770" y="487"/>
                        <a:pt x="736" y="543"/>
                        <a:pt x="707" y="588"/>
                      </a:cubicBezTo>
                      <a:cubicBezTo>
                        <a:pt x="688" y="595"/>
                        <a:pt x="692" y="556"/>
                        <a:pt x="699" y="546"/>
                      </a:cubicBezTo>
                      <a:cubicBezTo>
                        <a:pt x="723" y="510"/>
                        <a:pt x="743" y="477"/>
                        <a:pt x="762" y="413"/>
                      </a:cubicBezTo>
                      <a:cubicBezTo>
                        <a:pt x="766" y="382"/>
                        <a:pt x="752" y="368"/>
                        <a:pt x="743" y="355"/>
                      </a:cubicBezTo>
                      <a:cubicBezTo>
                        <a:pt x="742" y="358"/>
                        <a:pt x="742" y="360"/>
                        <a:pt x="741" y="363"/>
                      </a:cubicBezTo>
                      <a:cubicBezTo>
                        <a:pt x="723" y="355"/>
                        <a:pt x="706" y="346"/>
                        <a:pt x="688" y="337"/>
                      </a:cubicBezTo>
                      <a:cubicBezTo>
                        <a:pt x="670" y="327"/>
                        <a:pt x="653" y="314"/>
                        <a:pt x="636" y="302"/>
                      </a:cubicBezTo>
                      <a:cubicBezTo>
                        <a:pt x="669" y="274"/>
                        <a:pt x="698" y="264"/>
                        <a:pt x="721" y="277"/>
                      </a:cubicBezTo>
                      <a:close/>
                      <a:moveTo>
                        <a:pt x="734" y="395"/>
                      </a:moveTo>
                      <a:cubicBezTo>
                        <a:pt x="719" y="445"/>
                        <a:pt x="690" y="508"/>
                        <a:pt x="649" y="579"/>
                      </a:cubicBezTo>
                      <a:cubicBezTo>
                        <a:pt x="628" y="615"/>
                        <a:pt x="604" y="650"/>
                        <a:pt x="580" y="681"/>
                      </a:cubicBezTo>
                      <a:cubicBezTo>
                        <a:pt x="557" y="670"/>
                        <a:pt x="535" y="658"/>
                        <a:pt x="512" y="646"/>
                      </a:cubicBezTo>
                      <a:cubicBezTo>
                        <a:pt x="488" y="633"/>
                        <a:pt x="465" y="617"/>
                        <a:pt x="442" y="601"/>
                      </a:cubicBezTo>
                      <a:cubicBezTo>
                        <a:pt x="457" y="565"/>
                        <a:pt x="475" y="527"/>
                        <a:pt x="496" y="491"/>
                      </a:cubicBezTo>
                      <a:cubicBezTo>
                        <a:pt x="536" y="420"/>
                        <a:pt x="576" y="363"/>
                        <a:pt x="612" y="325"/>
                      </a:cubicBezTo>
                      <a:cubicBezTo>
                        <a:pt x="631" y="338"/>
                        <a:pt x="650" y="351"/>
                        <a:pt x="671" y="363"/>
                      </a:cubicBezTo>
                      <a:cubicBezTo>
                        <a:pt x="691" y="375"/>
                        <a:pt x="712" y="384"/>
                        <a:pt x="734" y="395"/>
                      </a:cubicBezTo>
                      <a:close/>
                      <a:moveTo>
                        <a:pt x="560" y="707"/>
                      </a:moveTo>
                      <a:cubicBezTo>
                        <a:pt x="486" y="797"/>
                        <a:pt x="410" y="858"/>
                        <a:pt x="392" y="848"/>
                      </a:cubicBezTo>
                      <a:cubicBezTo>
                        <a:pt x="375" y="838"/>
                        <a:pt x="389" y="742"/>
                        <a:pt x="430" y="632"/>
                      </a:cubicBezTo>
                      <a:cubicBezTo>
                        <a:pt x="451" y="645"/>
                        <a:pt x="472" y="659"/>
                        <a:pt x="494" y="672"/>
                      </a:cubicBezTo>
                      <a:cubicBezTo>
                        <a:pt x="516" y="685"/>
                        <a:pt x="538" y="695"/>
                        <a:pt x="560" y="707"/>
                      </a:cubicBezTo>
                      <a:close/>
                      <a:moveTo>
                        <a:pt x="294" y="149"/>
                      </a:moveTo>
                      <a:lnTo>
                        <a:pt x="482" y="149"/>
                      </a:lnTo>
                      <a:lnTo>
                        <a:pt x="482" y="193"/>
                      </a:lnTo>
                      <a:lnTo>
                        <a:pt x="294" y="193"/>
                      </a:lnTo>
                      <a:lnTo>
                        <a:pt x="294" y="149"/>
                      </a:lnTo>
                      <a:close/>
                      <a:moveTo>
                        <a:pt x="148" y="437"/>
                      </a:moveTo>
                      <a:lnTo>
                        <a:pt x="258" y="437"/>
                      </a:lnTo>
                      <a:lnTo>
                        <a:pt x="258" y="480"/>
                      </a:lnTo>
                      <a:lnTo>
                        <a:pt x="148" y="480"/>
                      </a:lnTo>
                      <a:lnTo>
                        <a:pt x="148" y="437"/>
                      </a:lnTo>
                      <a:close/>
                      <a:moveTo>
                        <a:pt x="148" y="337"/>
                      </a:moveTo>
                      <a:lnTo>
                        <a:pt x="482" y="337"/>
                      </a:lnTo>
                      <a:lnTo>
                        <a:pt x="482" y="381"/>
                      </a:lnTo>
                      <a:lnTo>
                        <a:pt x="148" y="381"/>
                      </a:lnTo>
                      <a:lnTo>
                        <a:pt x="148" y="337"/>
                      </a:lnTo>
                      <a:close/>
                      <a:moveTo>
                        <a:pt x="148" y="245"/>
                      </a:moveTo>
                      <a:lnTo>
                        <a:pt x="482" y="245"/>
                      </a:lnTo>
                      <a:lnTo>
                        <a:pt x="482" y="288"/>
                      </a:lnTo>
                      <a:lnTo>
                        <a:pt x="148" y="288"/>
                      </a:lnTo>
                      <a:lnTo>
                        <a:pt x="148" y="245"/>
                      </a:lnTo>
                      <a:close/>
                      <a:moveTo>
                        <a:pt x="111" y="187"/>
                      </a:moveTo>
                      <a:lnTo>
                        <a:pt x="193" y="187"/>
                      </a:lnTo>
                      <a:cubicBezTo>
                        <a:pt x="201" y="187"/>
                        <a:pt x="208" y="181"/>
                        <a:pt x="208" y="173"/>
                      </a:cubicBezTo>
                      <a:lnTo>
                        <a:pt x="208" y="91"/>
                      </a:lnTo>
                      <a:lnTo>
                        <a:pt x="111" y="1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9" name="Rectangle 14"/>
              <p:cNvSpPr>
                <a:spLocks noChangeArrowheads="1"/>
              </p:cNvSpPr>
              <p:nvPr/>
            </p:nvSpPr>
            <p:spPr bwMode="auto">
              <a:xfrm>
                <a:off x="5581874" y="2234939"/>
                <a:ext cx="706755" cy="294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3</a:t>
                </a:r>
                <a:endParaRPr lang="en-US" altLang="zh-CN" sz="16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80" name="TextBox 59"/>
              <p:cNvSpPr txBox="1">
                <a:spLocks noChangeArrowheads="1"/>
              </p:cNvSpPr>
              <p:nvPr/>
            </p:nvSpPr>
            <p:spPr bwMode="auto">
              <a:xfrm>
                <a:off x="5876551" y="1985384"/>
                <a:ext cx="4813300" cy="822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       </a:t>
                </a:r>
                <a:r>
                  <a:rPr lang="zh-CN" altLang="en-US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整体</a:t>
                </a:r>
                <a:r>
                  <a:rPr lang="zh-CN" altLang="en-US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架构</a:t>
                </a:r>
                <a:endParaRPr lang="zh-CN" altLang="en-US" sz="32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 flipH="1">
              <a:off x="6433491" y="2147214"/>
              <a:ext cx="4171535" cy="80892"/>
              <a:chOff x="2272062" y="2596259"/>
              <a:chExt cx="4173708" cy="80934"/>
            </a:xfrm>
          </p:grpSpPr>
          <p:cxnSp>
            <p:nvCxnSpPr>
              <p:cNvPr id="76" name="直接连接符 75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77" name="矩形 76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58813" y="258246"/>
            <a:ext cx="576262" cy="576262"/>
            <a:chOff x="416756" y="345952"/>
            <a:chExt cx="576262" cy="576262"/>
          </a:xfrm>
        </p:grpSpPr>
        <p:sp>
          <p:nvSpPr>
            <p:cNvPr id="28" name="圆角矩形 10"/>
            <p:cNvSpPr>
              <a:spLocks noChangeArrowheads="1"/>
            </p:cNvSpPr>
            <p:nvPr/>
          </p:nvSpPr>
          <p:spPr bwMode="auto">
            <a:xfrm>
              <a:off x="416756" y="345952"/>
              <a:ext cx="576262" cy="576262"/>
            </a:xfrm>
            <a:prstGeom prst="roundRect">
              <a:avLst>
                <a:gd name="adj" fmla="val 16667"/>
              </a:avLst>
            </a:prstGeom>
            <a:solidFill>
              <a:srgbClr val="244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548762" y="466597"/>
              <a:ext cx="312249" cy="334972"/>
            </a:xfrm>
            <a:custGeom>
              <a:avLst/>
              <a:gdLst>
                <a:gd name="T0" fmla="*/ 2147483646 w 812"/>
                <a:gd name="T1" fmla="*/ 0 h 858"/>
                <a:gd name="T2" fmla="*/ 2147483646 w 812"/>
                <a:gd name="T3" fmla="*/ 2147483646 h 858"/>
                <a:gd name="T4" fmla="*/ 2147483646 w 812"/>
                <a:gd name="T5" fmla="*/ 2147483646 h 858"/>
                <a:gd name="T6" fmla="*/ 2147483646 w 812"/>
                <a:gd name="T7" fmla="*/ 2147483646 h 858"/>
                <a:gd name="T8" fmla="*/ 2147483646 w 812"/>
                <a:gd name="T9" fmla="*/ 2147483646 h 858"/>
                <a:gd name="T10" fmla="*/ 2147483646 w 812"/>
                <a:gd name="T11" fmla="*/ 2147483646 h 858"/>
                <a:gd name="T12" fmla="*/ 2147483646 w 812"/>
                <a:gd name="T13" fmla="*/ 2147483646 h 858"/>
                <a:gd name="T14" fmla="*/ 2147483646 w 812"/>
                <a:gd name="T15" fmla="*/ 2147483646 h 858"/>
                <a:gd name="T16" fmla="*/ 0 w 812"/>
                <a:gd name="T17" fmla="*/ 2147483646 h 858"/>
                <a:gd name="T18" fmla="*/ 2147483646 w 812"/>
                <a:gd name="T19" fmla="*/ 2147483646 h 858"/>
                <a:gd name="T20" fmla="*/ 2147483646 w 812"/>
                <a:gd name="T21" fmla="*/ 2147483646 h 858"/>
                <a:gd name="T22" fmla="*/ 2147483646 w 812"/>
                <a:gd name="T23" fmla="*/ 2147483646 h 858"/>
                <a:gd name="T24" fmla="*/ 2147483646 w 812"/>
                <a:gd name="T25" fmla="*/ 2147483646 h 858"/>
                <a:gd name="T26" fmla="*/ 2147483646 w 812"/>
                <a:gd name="T27" fmla="*/ 2147483646 h 858"/>
                <a:gd name="T28" fmla="*/ 2147483646 w 812"/>
                <a:gd name="T29" fmla="*/ 2147483646 h 858"/>
                <a:gd name="T30" fmla="*/ 2147483646 w 812"/>
                <a:gd name="T31" fmla="*/ 2147483646 h 858"/>
                <a:gd name="T32" fmla="*/ 2147483646 w 812"/>
                <a:gd name="T33" fmla="*/ 2147483646 h 858"/>
                <a:gd name="T34" fmla="*/ 2147483646 w 812"/>
                <a:gd name="T35" fmla="*/ 2147483646 h 858"/>
                <a:gd name="T36" fmla="*/ 2147483646 w 812"/>
                <a:gd name="T37" fmla="*/ 2147483646 h 858"/>
                <a:gd name="T38" fmla="*/ 2147483646 w 812"/>
                <a:gd name="T39" fmla="*/ 2147483646 h 858"/>
                <a:gd name="T40" fmla="*/ 2147483646 w 812"/>
                <a:gd name="T41" fmla="*/ 2147483646 h 858"/>
                <a:gd name="T42" fmla="*/ 2147483646 w 812"/>
                <a:gd name="T43" fmla="*/ 2147483646 h 858"/>
                <a:gd name="T44" fmla="*/ 2147483646 w 812"/>
                <a:gd name="T45" fmla="*/ 2147483646 h 858"/>
                <a:gd name="T46" fmla="*/ 2147483646 w 812"/>
                <a:gd name="T47" fmla="*/ 2147483646 h 858"/>
                <a:gd name="T48" fmla="*/ 2147483646 w 812"/>
                <a:gd name="T49" fmla="*/ 2147483646 h 858"/>
                <a:gd name="T50" fmla="*/ 2147483646 w 812"/>
                <a:gd name="T51" fmla="*/ 2147483646 h 858"/>
                <a:gd name="T52" fmla="*/ 2147483646 w 812"/>
                <a:gd name="T53" fmla="*/ 2147483646 h 858"/>
                <a:gd name="T54" fmla="*/ 2147483646 w 812"/>
                <a:gd name="T55" fmla="*/ 2147483646 h 858"/>
                <a:gd name="T56" fmla="*/ 2147483646 w 812"/>
                <a:gd name="T57" fmla="*/ 2147483646 h 858"/>
                <a:gd name="T58" fmla="*/ 2147483646 w 812"/>
                <a:gd name="T59" fmla="*/ 2147483646 h 858"/>
                <a:gd name="T60" fmla="*/ 2147483646 w 812"/>
                <a:gd name="T61" fmla="*/ 2147483646 h 858"/>
                <a:gd name="T62" fmla="*/ 2147483646 w 812"/>
                <a:gd name="T63" fmla="*/ 2147483646 h 858"/>
                <a:gd name="T64" fmla="*/ 2147483646 w 812"/>
                <a:gd name="T65" fmla="*/ 2147483646 h 858"/>
                <a:gd name="T66" fmla="*/ 2147483646 w 812"/>
                <a:gd name="T67" fmla="*/ 2147483646 h 858"/>
                <a:gd name="T68" fmla="*/ 2147483646 w 812"/>
                <a:gd name="T69" fmla="*/ 2147483646 h 8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12" h="858">
                  <a:moveTo>
                    <a:pt x="179" y="0"/>
                  </a:moveTo>
                  <a:lnTo>
                    <a:pt x="507" y="0"/>
                  </a:lnTo>
                  <a:cubicBezTo>
                    <a:pt x="569" y="0"/>
                    <a:pt x="620" y="51"/>
                    <a:pt x="620" y="113"/>
                  </a:cubicBezTo>
                  <a:lnTo>
                    <a:pt x="620" y="264"/>
                  </a:lnTo>
                  <a:cubicBezTo>
                    <a:pt x="584" y="292"/>
                    <a:pt x="563" y="318"/>
                    <a:pt x="535" y="356"/>
                  </a:cubicBezTo>
                  <a:lnTo>
                    <a:pt x="535" y="113"/>
                  </a:lnTo>
                  <a:cubicBezTo>
                    <a:pt x="535" y="98"/>
                    <a:pt x="522" y="85"/>
                    <a:pt x="507" y="85"/>
                  </a:cubicBezTo>
                  <a:lnTo>
                    <a:pt x="247" y="85"/>
                  </a:lnTo>
                  <a:lnTo>
                    <a:pt x="247" y="204"/>
                  </a:lnTo>
                  <a:cubicBezTo>
                    <a:pt x="247" y="216"/>
                    <a:pt x="237" y="226"/>
                    <a:pt x="225" y="226"/>
                  </a:cubicBezTo>
                  <a:lnTo>
                    <a:pt x="86" y="226"/>
                  </a:lnTo>
                  <a:lnTo>
                    <a:pt x="86" y="643"/>
                  </a:lnTo>
                  <a:cubicBezTo>
                    <a:pt x="86" y="658"/>
                    <a:pt x="98" y="670"/>
                    <a:pt x="113" y="670"/>
                  </a:cubicBezTo>
                  <a:lnTo>
                    <a:pt x="375" y="670"/>
                  </a:lnTo>
                  <a:cubicBezTo>
                    <a:pt x="366" y="699"/>
                    <a:pt x="358" y="727"/>
                    <a:pt x="353" y="756"/>
                  </a:cubicBezTo>
                  <a:lnTo>
                    <a:pt x="113" y="756"/>
                  </a:lnTo>
                  <a:cubicBezTo>
                    <a:pt x="51" y="756"/>
                    <a:pt x="0" y="705"/>
                    <a:pt x="0" y="643"/>
                  </a:cubicBezTo>
                  <a:lnTo>
                    <a:pt x="0" y="178"/>
                  </a:lnTo>
                  <a:lnTo>
                    <a:pt x="179" y="0"/>
                  </a:lnTo>
                  <a:close/>
                  <a:moveTo>
                    <a:pt x="721" y="277"/>
                  </a:moveTo>
                  <a:cubicBezTo>
                    <a:pt x="733" y="283"/>
                    <a:pt x="740" y="295"/>
                    <a:pt x="743" y="310"/>
                  </a:cubicBezTo>
                  <a:cubicBezTo>
                    <a:pt x="765" y="316"/>
                    <a:pt x="786" y="330"/>
                    <a:pt x="802" y="358"/>
                  </a:cubicBezTo>
                  <a:cubicBezTo>
                    <a:pt x="812" y="382"/>
                    <a:pt x="808" y="417"/>
                    <a:pt x="794" y="442"/>
                  </a:cubicBezTo>
                  <a:cubicBezTo>
                    <a:pt x="770" y="487"/>
                    <a:pt x="736" y="543"/>
                    <a:pt x="707" y="588"/>
                  </a:cubicBezTo>
                  <a:cubicBezTo>
                    <a:pt x="688" y="595"/>
                    <a:pt x="692" y="556"/>
                    <a:pt x="699" y="546"/>
                  </a:cubicBezTo>
                  <a:cubicBezTo>
                    <a:pt x="723" y="510"/>
                    <a:pt x="743" y="477"/>
                    <a:pt x="762" y="413"/>
                  </a:cubicBezTo>
                  <a:cubicBezTo>
                    <a:pt x="766" y="382"/>
                    <a:pt x="752" y="368"/>
                    <a:pt x="743" y="355"/>
                  </a:cubicBezTo>
                  <a:cubicBezTo>
                    <a:pt x="742" y="358"/>
                    <a:pt x="742" y="360"/>
                    <a:pt x="741" y="363"/>
                  </a:cubicBezTo>
                  <a:cubicBezTo>
                    <a:pt x="723" y="355"/>
                    <a:pt x="706" y="346"/>
                    <a:pt x="688" y="337"/>
                  </a:cubicBezTo>
                  <a:cubicBezTo>
                    <a:pt x="670" y="327"/>
                    <a:pt x="653" y="314"/>
                    <a:pt x="636" y="302"/>
                  </a:cubicBezTo>
                  <a:cubicBezTo>
                    <a:pt x="669" y="274"/>
                    <a:pt x="698" y="264"/>
                    <a:pt x="721" y="277"/>
                  </a:cubicBezTo>
                  <a:close/>
                  <a:moveTo>
                    <a:pt x="734" y="395"/>
                  </a:moveTo>
                  <a:cubicBezTo>
                    <a:pt x="719" y="445"/>
                    <a:pt x="690" y="508"/>
                    <a:pt x="649" y="579"/>
                  </a:cubicBezTo>
                  <a:cubicBezTo>
                    <a:pt x="628" y="615"/>
                    <a:pt x="604" y="650"/>
                    <a:pt x="580" y="681"/>
                  </a:cubicBezTo>
                  <a:cubicBezTo>
                    <a:pt x="557" y="670"/>
                    <a:pt x="535" y="658"/>
                    <a:pt x="512" y="646"/>
                  </a:cubicBezTo>
                  <a:cubicBezTo>
                    <a:pt x="488" y="633"/>
                    <a:pt x="465" y="617"/>
                    <a:pt x="442" y="601"/>
                  </a:cubicBezTo>
                  <a:cubicBezTo>
                    <a:pt x="457" y="565"/>
                    <a:pt x="475" y="527"/>
                    <a:pt x="496" y="491"/>
                  </a:cubicBezTo>
                  <a:cubicBezTo>
                    <a:pt x="536" y="420"/>
                    <a:pt x="576" y="363"/>
                    <a:pt x="612" y="325"/>
                  </a:cubicBezTo>
                  <a:cubicBezTo>
                    <a:pt x="631" y="338"/>
                    <a:pt x="650" y="351"/>
                    <a:pt x="671" y="363"/>
                  </a:cubicBezTo>
                  <a:cubicBezTo>
                    <a:pt x="691" y="375"/>
                    <a:pt x="712" y="384"/>
                    <a:pt x="734" y="395"/>
                  </a:cubicBezTo>
                  <a:close/>
                  <a:moveTo>
                    <a:pt x="560" y="707"/>
                  </a:moveTo>
                  <a:cubicBezTo>
                    <a:pt x="486" y="797"/>
                    <a:pt x="410" y="858"/>
                    <a:pt x="392" y="848"/>
                  </a:cubicBezTo>
                  <a:cubicBezTo>
                    <a:pt x="375" y="838"/>
                    <a:pt x="389" y="742"/>
                    <a:pt x="430" y="632"/>
                  </a:cubicBezTo>
                  <a:cubicBezTo>
                    <a:pt x="451" y="645"/>
                    <a:pt x="472" y="659"/>
                    <a:pt x="494" y="672"/>
                  </a:cubicBezTo>
                  <a:cubicBezTo>
                    <a:pt x="516" y="685"/>
                    <a:pt x="538" y="695"/>
                    <a:pt x="560" y="707"/>
                  </a:cubicBezTo>
                  <a:close/>
                  <a:moveTo>
                    <a:pt x="294" y="149"/>
                  </a:moveTo>
                  <a:lnTo>
                    <a:pt x="482" y="149"/>
                  </a:lnTo>
                  <a:lnTo>
                    <a:pt x="482" y="193"/>
                  </a:lnTo>
                  <a:lnTo>
                    <a:pt x="294" y="193"/>
                  </a:lnTo>
                  <a:lnTo>
                    <a:pt x="294" y="149"/>
                  </a:lnTo>
                  <a:close/>
                  <a:moveTo>
                    <a:pt x="148" y="437"/>
                  </a:moveTo>
                  <a:lnTo>
                    <a:pt x="258" y="437"/>
                  </a:lnTo>
                  <a:lnTo>
                    <a:pt x="258" y="480"/>
                  </a:lnTo>
                  <a:lnTo>
                    <a:pt x="148" y="480"/>
                  </a:lnTo>
                  <a:lnTo>
                    <a:pt x="148" y="437"/>
                  </a:lnTo>
                  <a:close/>
                  <a:moveTo>
                    <a:pt x="148" y="337"/>
                  </a:moveTo>
                  <a:lnTo>
                    <a:pt x="482" y="337"/>
                  </a:lnTo>
                  <a:lnTo>
                    <a:pt x="482" y="381"/>
                  </a:lnTo>
                  <a:lnTo>
                    <a:pt x="148" y="381"/>
                  </a:lnTo>
                  <a:lnTo>
                    <a:pt x="148" y="337"/>
                  </a:lnTo>
                  <a:close/>
                  <a:moveTo>
                    <a:pt x="148" y="245"/>
                  </a:moveTo>
                  <a:lnTo>
                    <a:pt x="482" y="245"/>
                  </a:lnTo>
                  <a:lnTo>
                    <a:pt x="482" y="288"/>
                  </a:lnTo>
                  <a:lnTo>
                    <a:pt x="148" y="288"/>
                  </a:lnTo>
                  <a:lnTo>
                    <a:pt x="148" y="245"/>
                  </a:lnTo>
                  <a:close/>
                  <a:moveTo>
                    <a:pt x="111" y="187"/>
                  </a:moveTo>
                  <a:lnTo>
                    <a:pt x="193" y="187"/>
                  </a:lnTo>
                  <a:cubicBezTo>
                    <a:pt x="201" y="187"/>
                    <a:pt x="208" y="181"/>
                    <a:pt x="208" y="173"/>
                  </a:cubicBezTo>
                  <a:lnTo>
                    <a:pt x="208" y="91"/>
                  </a:lnTo>
                  <a:lnTo>
                    <a:pt x="111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TextBox 59"/>
          <p:cNvSpPr txBox="1">
            <a:spLocks noChangeArrowheads="1"/>
          </p:cNvSpPr>
          <p:nvPr/>
        </p:nvSpPr>
        <p:spPr bwMode="auto">
          <a:xfrm>
            <a:off x="1339054" y="264177"/>
            <a:ext cx="2940050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整体</a:t>
            </a: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架构</a:t>
            </a:r>
            <a:endParaRPr lang="zh-CN" altLang="en-US" sz="2400" b="1" dirty="0">
              <a:solidFill>
                <a:srgbClr val="313D5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421503" y="801950"/>
            <a:ext cx="4171536" cy="45719"/>
            <a:chOff x="6956001" y="1968700"/>
            <a:chExt cx="4171536" cy="45719"/>
          </a:xfrm>
        </p:grpSpPr>
        <p:cxnSp>
          <p:nvCxnSpPr>
            <p:cNvPr id="31" name="直接连接符 30"/>
            <p:cNvCxnSpPr/>
            <p:nvPr/>
          </p:nvCxnSpPr>
          <p:spPr>
            <a:xfrm flipH="1">
              <a:off x="6970986" y="2009999"/>
              <a:ext cx="4156551" cy="0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2" name="矩形 31"/>
            <p:cNvSpPr/>
            <p:nvPr/>
          </p:nvSpPr>
          <p:spPr>
            <a:xfrm flipH="1">
              <a:off x="6956001" y="1968700"/>
              <a:ext cx="950535" cy="45719"/>
            </a:xfrm>
            <a:prstGeom prst="rect">
              <a:avLst/>
            </a:prstGeom>
            <a:solidFill>
              <a:srgbClr val="244C8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lnSpc>
                  <a:spcPct val="120000"/>
                </a:lnSpc>
                <a:defRPr/>
              </a:pPr>
              <a:endParaRPr lang="zh-CN" altLang="en-US" sz="1800" kern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066415" y="1469390"/>
            <a:ext cx="413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" name="图片 2" descr="流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915" y="950595"/>
            <a:ext cx="10151110" cy="5434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5" t="7890" r="2901" b="2300"/>
          <a:stretch>
            <a:fillRect/>
          </a:stretch>
        </p:blipFill>
        <p:spPr>
          <a:xfrm>
            <a:off x="0" y="0"/>
            <a:ext cx="12192000" cy="7313228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2425700" y="-1"/>
            <a:ext cx="3670300" cy="6286501"/>
          </a:xfrm>
          <a:prstGeom prst="rect">
            <a:avLst/>
          </a:prstGeom>
          <a:gradFill flip="none" rotWithShape="1">
            <a:gsLst>
              <a:gs pos="0">
                <a:srgbClr val="F6F7F7"/>
              </a:gs>
              <a:gs pos="97345">
                <a:schemeClr val="bg1">
                  <a:alpha val="0"/>
                </a:schemeClr>
              </a:gs>
              <a:gs pos="82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-133745" y="4723107"/>
            <a:ext cx="12459490" cy="3845071"/>
            <a:chOff x="-133745" y="4009642"/>
            <a:chExt cx="12459490" cy="3845071"/>
          </a:xfrm>
        </p:grpSpPr>
        <p:sp>
          <p:nvSpPr>
            <p:cNvPr id="19" name="任意多边形: 形状 18"/>
            <p:cNvSpPr/>
            <p:nvPr/>
          </p:nvSpPr>
          <p:spPr>
            <a:xfrm>
              <a:off x="-133745" y="4009642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noFill/>
            <a:ln w="12700" cap="flat" cmpd="sng" algn="ctr">
              <a:solidFill>
                <a:srgbClr val="244C89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-133745" y="4394283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solidFill>
              <a:srgbClr val="244C89"/>
            </a:solidFill>
            <a:ln w="38100" cap="flat" cmpd="sng" algn="ctr">
              <a:noFill/>
              <a:prstDash val="solid"/>
              <a:miter lim="800000"/>
            </a:ln>
            <a:effectLst>
              <a:outerShdw blurRad="635000" dist="38100" dir="10800000" algn="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-133745" y="4935769"/>
              <a:ext cx="12459490" cy="2918944"/>
            </a:xfrm>
            <a:custGeom>
              <a:avLst/>
              <a:gdLst>
                <a:gd name="connsiteX0" fmla="*/ 3925082 w 12192000"/>
                <a:gd name="connsiteY0" fmla="*/ 97 h 2856278"/>
                <a:gd name="connsiteX1" fmla="*/ 4391026 w 12192000"/>
                <a:gd name="connsiteY1" fmla="*/ 11743 h 2856278"/>
                <a:gd name="connsiteX2" fmla="*/ 6096000 w 12192000"/>
                <a:gd name="connsiteY2" fmla="*/ 868993 h 2856278"/>
                <a:gd name="connsiteX3" fmla="*/ 7800975 w 12192000"/>
                <a:gd name="connsiteY3" fmla="*/ 11743 h 2856278"/>
                <a:gd name="connsiteX4" fmla="*/ 12187722 w 12192000"/>
                <a:gd name="connsiteY4" fmla="*/ 355276 h 2856278"/>
                <a:gd name="connsiteX5" fmla="*/ 12192000 w 12192000"/>
                <a:gd name="connsiteY5" fmla="*/ 355818 h 2856278"/>
                <a:gd name="connsiteX6" fmla="*/ 12192000 w 12192000"/>
                <a:gd name="connsiteY6" fmla="*/ 2856278 h 2856278"/>
                <a:gd name="connsiteX7" fmla="*/ 0 w 12192000"/>
                <a:gd name="connsiteY7" fmla="*/ 2856278 h 2856278"/>
                <a:gd name="connsiteX8" fmla="*/ 0 w 12192000"/>
                <a:gd name="connsiteY8" fmla="*/ 355951 h 2856278"/>
                <a:gd name="connsiteX9" fmla="*/ 558657 w 12192000"/>
                <a:gd name="connsiteY9" fmla="*/ 286595 h 2856278"/>
                <a:gd name="connsiteX10" fmla="*/ 3925082 w 12192000"/>
                <a:gd name="connsiteY10" fmla="*/ 97 h 285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2856278">
                  <a:moveTo>
                    <a:pt x="3925082" y="97"/>
                  </a:moveTo>
                  <a:cubicBezTo>
                    <a:pt x="4092675" y="-659"/>
                    <a:pt x="4248547" y="3012"/>
                    <a:pt x="4391026" y="11743"/>
                  </a:cubicBezTo>
                  <a:cubicBezTo>
                    <a:pt x="5530851" y="81593"/>
                    <a:pt x="5813425" y="475293"/>
                    <a:pt x="6096000" y="868993"/>
                  </a:cubicBezTo>
                  <a:cubicBezTo>
                    <a:pt x="6378575" y="475293"/>
                    <a:pt x="6661150" y="81593"/>
                    <a:pt x="7800975" y="11743"/>
                  </a:cubicBezTo>
                  <a:cubicBezTo>
                    <a:pt x="8798322" y="-49376"/>
                    <a:pt x="10452002" y="137453"/>
                    <a:pt x="12187722" y="355276"/>
                  </a:cubicBezTo>
                  <a:lnTo>
                    <a:pt x="12192000" y="355818"/>
                  </a:lnTo>
                  <a:lnTo>
                    <a:pt x="12192000" y="2856278"/>
                  </a:lnTo>
                  <a:lnTo>
                    <a:pt x="0" y="2856278"/>
                  </a:lnTo>
                  <a:lnTo>
                    <a:pt x="0" y="355951"/>
                  </a:lnTo>
                  <a:lnTo>
                    <a:pt x="558657" y="286595"/>
                  </a:lnTo>
                  <a:cubicBezTo>
                    <a:pt x="1842318" y="130078"/>
                    <a:pt x="3045220" y="4069"/>
                    <a:pt x="3925082" y="97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825219" y="1081844"/>
            <a:ext cx="3487228" cy="31534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defRPr/>
            </a:pPr>
            <a:r>
              <a:rPr lang="en-US" altLang="zh-CN" sz="19900" b="1" dirty="0">
                <a:solidFill>
                  <a:srgbClr val="244C8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4</a:t>
            </a:r>
            <a:endParaRPr lang="en-US" altLang="zh-CN" sz="19900" b="1" dirty="0">
              <a:solidFill>
                <a:srgbClr val="244C89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5580063" y="2066370"/>
            <a:ext cx="6111875" cy="822325"/>
            <a:chOff x="5714354" y="1541348"/>
            <a:chExt cx="6111875" cy="822325"/>
          </a:xfrm>
        </p:grpSpPr>
        <p:grpSp>
          <p:nvGrpSpPr>
            <p:cNvPr id="74" name="组合 73"/>
            <p:cNvGrpSpPr/>
            <p:nvPr/>
          </p:nvGrpSpPr>
          <p:grpSpPr>
            <a:xfrm>
              <a:off x="5714354" y="1541348"/>
              <a:ext cx="6111875" cy="822325"/>
              <a:chOff x="4753236" y="1946649"/>
              <a:chExt cx="6111875" cy="822325"/>
            </a:xfrm>
          </p:grpSpPr>
          <p:grpSp>
            <p:nvGrpSpPr>
              <p:cNvPr id="78" name="组合 21"/>
              <p:cNvGrpSpPr/>
              <p:nvPr/>
            </p:nvGrpSpPr>
            <p:grpSpPr bwMode="auto">
              <a:xfrm>
                <a:off x="4753236" y="2069839"/>
                <a:ext cx="576262" cy="576262"/>
                <a:chOff x="6170389" y="2579551"/>
                <a:chExt cx="576064" cy="576064"/>
              </a:xfrm>
            </p:grpSpPr>
            <p:sp>
              <p:nvSpPr>
                <p:cNvPr id="81" name="圆角矩形 10"/>
                <p:cNvSpPr>
                  <a:spLocks noChangeArrowheads="1"/>
                </p:cNvSpPr>
                <p:nvPr/>
              </p:nvSpPr>
              <p:spPr bwMode="auto">
                <a:xfrm>
                  <a:off x="6170389" y="2579551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44C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 27"/>
                <p:cNvSpPr>
                  <a:spLocks noEditPoints="1"/>
                </p:cNvSpPr>
                <p:nvPr/>
              </p:nvSpPr>
              <p:spPr bwMode="auto">
                <a:xfrm>
                  <a:off x="6344742" y="2711328"/>
                  <a:ext cx="312142" cy="334857"/>
                </a:xfrm>
                <a:custGeom>
                  <a:avLst/>
                  <a:gdLst>
                    <a:gd name="T0" fmla="*/ 2147483646 w 812"/>
                    <a:gd name="T1" fmla="*/ 0 h 858"/>
                    <a:gd name="T2" fmla="*/ 2147483646 w 812"/>
                    <a:gd name="T3" fmla="*/ 2147483646 h 858"/>
                    <a:gd name="T4" fmla="*/ 2147483646 w 812"/>
                    <a:gd name="T5" fmla="*/ 2147483646 h 858"/>
                    <a:gd name="T6" fmla="*/ 2147483646 w 812"/>
                    <a:gd name="T7" fmla="*/ 2147483646 h 858"/>
                    <a:gd name="T8" fmla="*/ 2147483646 w 812"/>
                    <a:gd name="T9" fmla="*/ 2147483646 h 858"/>
                    <a:gd name="T10" fmla="*/ 2147483646 w 812"/>
                    <a:gd name="T11" fmla="*/ 2147483646 h 858"/>
                    <a:gd name="T12" fmla="*/ 2147483646 w 812"/>
                    <a:gd name="T13" fmla="*/ 2147483646 h 858"/>
                    <a:gd name="T14" fmla="*/ 2147483646 w 812"/>
                    <a:gd name="T15" fmla="*/ 2147483646 h 858"/>
                    <a:gd name="T16" fmla="*/ 0 w 812"/>
                    <a:gd name="T17" fmla="*/ 2147483646 h 858"/>
                    <a:gd name="T18" fmla="*/ 2147483646 w 812"/>
                    <a:gd name="T19" fmla="*/ 2147483646 h 858"/>
                    <a:gd name="T20" fmla="*/ 2147483646 w 812"/>
                    <a:gd name="T21" fmla="*/ 2147483646 h 858"/>
                    <a:gd name="T22" fmla="*/ 2147483646 w 812"/>
                    <a:gd name="T23" fmla="*/ 2147483646 h 858"/>
                    <a:gd name="T24" fmla="*/ 2147483646 w 812"/>
                    <a:gd name="T25" fmla="*/ 2147483646 h 858"/>
                    <a:gd name="T26" fmla="*/ 2147483646 w 812"/>
                    <a:gd name="T27" fmla="*/ 2147483646 h 858"/>
                    <a:gd name="T28" fmla="*/ 2147483646 w 812"/>
                    <a:gd name="T29" fmla="*/ 2147483646 h 858"/>
                    <a:gd name="T30" fmla="*/ 2147483646 w 812"/>
                    <a:gd name="T31" fmla="*/ 2147483646 h 858"/>
                    <a:gd name="T32" fmla="*/ 2147483646 w 812"/>
                    <a:gd name="T33" fmla="*/ 2147483646 h 858"/>
                    <a:gd name="T34" fmla="*/ 2147483646 w 812"/>
                    <a:gd name="T35" fmla="*/ 2147483646 h 858"/>
                    <a:gd name="T36" fmla="*/ 2147483646 w 812"/>
                    <a:gd name="T37" fmla="*/ 2147483646 h 858"/>
                    <a:gd name="T38" fmla="*/ 2147483646 w 812"/>
                    <a:gd name="T39" fmla="*/ 2147483646 h 858"/>
                    <a:gd name="T40" fmla="*/ 2147483646 w 812"/>
                    <a:gd name="T41" fmla="*/ 2147483646 h 858"/>
                    <a:gd name="T42" fmla="*/ 2147483646 w 812"/>
                    <a:gd name="T43" fmla="*/ 2147483646 h 858"/>
                    <a:gd name="T44" fmla="*/ 2147483646 w 812"/>
                    <a:gd name="T45" fmla="*/ 2147483646 h 858"/>
                    <a:gd name="T46" fmla="*/ 2147483646 w 812"/>
                    <a:gd name="T47" fmla="*/ 2147483646 h 858"/>
                    <a:gd name="T48" fmla="*/ 2147483646 w 812"/>
                    <a:gd name="T49" fmla="*/ 2147483646 h 858"/>
                    <a:gd name="T50" fmla="*/ 2147483646 w 812"/>
                    <a:gd name="T51" fmla="*/ 2147483646 h 858"/>
                    <a:gd name="T52" fmla="*/ 2147483646 w 812"/>
                    <a:gd name="T53" fmla="*/ 2147483646 h 858"/>
                    <a:gd name="T54" fmla="*/ 2147483646 w 812"/>
                    <a:gd name="T55" fmla="*/ 2147483646 h 858"/>
                    <a:gd name="T56" fmla="*/ 2147483646 w 812"/>
                    <a:gd name="T57" fmla="*/ 2147483646 h 858"/>
                    <a:gd name="T58" fmla="*/ 2147483646 w 812"/>
                    <a:gd name="T59" fmla="*/ 2147483646 h 858"/>
                    <a:gd name="T60" fmla="*/ 2147483646 w 812"/>
                    <a:gd name="T61" fmla="*/ 2147483646 h 858"/>
                    <a:gd name="T62" fmla="*/ 2147483646 w 812"/>
                    <a:gd name="T63" fmla="*/ 2147483646 h 858"/>
                    <a:gd name="T64" fmla="*/ 2147483646 w 812"/>
                    <a:gd name="T65" fmla="*/ 2147483646 h 858"/>
                    <a:gd name="T66" fmla="*/ 2147483646 w 812"/>
                    <a:gd name="T67" fmla="*/ 2147483646 h 858"/>
                    <a:gd name="T68" fmla="*/ 2147483646 w 812"/>
                    <a:gd name="T69" fmla="*/ 2147483646 h 85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812" h="858">
                      <a:moveTo>
                        <a:pt x="179" y="0"/>
                      </a:moveTo>
                      <a:lnTo>
                        <a:pt x="507" y="0"/>
                      </a:lnTo>
                      <a:cubicBezTo>
                        <a:pt x="569" y="0"/>
                        <a:pt x="620" y="51"/>
                        <a:pt x="620" y="113"/>
                      </a:cubicBezTo>
                      <a:lnTo>
                        <a:pt x="620" y="264"/>
                      </a:lnTo>
                      <a:cubicBezTo>
                        <a:pt x="584" y="292"/>
                        <a:pt x="563" y="318"/>
                        <a:pt x="535" y="356"/>
                      </a:cubicBezTo>
                      <a:lnTo>
                        <a:pt x="535" y="113"/>
                      </a:lnTo>
                      <a:cubicBezTo>
                        <a:pt x="535" y="98"/>
                        <a:pt x="522" y="85"/>
                        <a:pt x="507" y="85"/>
                      </a:cubicBezTo>
                      <a:lnTo>
                        <a:pt x="247" y="85"/>
                      </a:lnTo>
                      <a:lnTo>
                        <a:pt x="247" y="204"/>
                      </a:lnTo>
                      <a:cubicBezTo>
                        <a:pt x="247" y="216"/>
                        <a:pt x="237" y="226"/>
                        <a:pt x="225" y="226"/>
                      </a:cubicBezTo>
                      <a:lnTo>
                        <a:pt x="86" y="226"/>
                      </a:lnTo>
                      <a:lnTo>
                        <a:pt x="86" y="643"/>
                      </a:lnTo>
                      <a:cubicBezTo>
                        <a:pt x="86" y="658"/>
                        <a:pt x="98" y="670"/>
                        <a:pt x="113" y="670"/>
                      </a:cubicBezTo>
                      <a:lnTo>
                        <a:pt x="375" y="670"/>
                      </a:lnTo>
                      <a:cubicBezTo>
                        <a:pt x="366" y="699"/>
                        <a:pt x="358" y="727"/>
                        <a:pt x="353" y="756"/>
                      </a:cubicBezTo>
                      <a:lnTo>
                        <a:pt x="113" y="756"/>
                      </a:lnTo>
                      <a:cubicBezTo>
                        <a:pt x="51" y="756"/>
                        <a:pt x="0" y="705"/>
                        <a:pt x="0" y="643"/>
                      </a:cubicBezTo>
                      <a:lnTo>
                        <a:pt x="0" y="178"/>
                      </a:lnTo>
                      <a:lnTo>
                        <a:pt x="179" y="0"/>
                      </a:lnTo>
                      <a:close/>
                      <a:moveTo>
                        <a:pt x="721" y="277"/>
                      </a:moveTo>
                      <a:cubicBezTo>
                        <a:pt x="733" y="283"/>
                        <a:pt x="740" y="295"/>
                        <a:pt x="743" y="310"/>
                      </a:cubicBezTo>
                      <a:cubicBezTo>
                        <a:pt x="765" y="316"/>
                        <a:pt x="786" y="330"/>
                        <a:pt x="802" y="358"/>
                      </a:cubicBezTo>
                      <a:cubicBezTo>
                        <a:pt x="812" y="382"/>
                        <a:pt x="808" y="417"/>
                        <a:pt x="794" y="442"/>
                      </a:cubicBezTo>
                      <a:cubicBezTo>
                        <a:pt x="770" y="487"/>
                        <a:pt x="736" y="543"/>
                        <a:pt x="707" y="588"/>
                      </a:cubicBezTo>
                      <a:cubicBezTo>
                        <a:pt x="688" y="595"/>
                        <a:pt x="692" y="556"/>
                        <a:pt x="699" y="546"/>
                      </a:cubicBezTo>
                      <a:cubicBezTo>
                        <a:pt x="723" y="510"/>
                        <a:pt x="743" y="477"/>
                        <a:pt x="762" y="413"/>
                      </a:cubicBezTo>
                      <a:cubicBezTo>
                        <a:pt x="766" y="382"/>
                        <a:pt x="752" y="368"/>
                        <a:pt x="743" y="355"/>
                      </a:cubicBezTo>
                      <a:cubicBezTo>
                        <a:pt x="742" y="358"/>
                        <a:pt x="742" y="360"/>
                        <a:pt x="741" y="363"/>
                      </a:cubicBezTo>
                      <a:cubicBezTo>
                        <a:pt x="723" y="355"/>
                        <a:pt x="706" y="346"/>
                        <a:pt x="688" y="337"/>
                      </a:cubicBezTo>
                      <a:cubicBezTo>
                        <a:pt x="670" y="327"/>
                        <a:pt x="653" y="314"/>
                        <a:pt x="636" y="302"/>
                      </a:cubicBezTo>
                      <a:cubicBezTo>
                        <a:pt x="669" y="274"/>
                        <a:pt x="698" y="264"/>
                        <a:pt x="721" y="277"/>
                      </a:cubicBezTo>
                      <a:close/>
                      <a:moveTo>
                        <a:pt x="734" y="395"/>
                      </a:moveTo>
                      <a:cubicBezTo>
                        <a:pt x="719" y="445"/>
                        <a:pt x="690" y="508"/>
                        <a:pt x="649" y="579"/>
                      </a:cubicBezTo>
                      <a:cubicBezTo>
                        <a:pt x="628" y="615"/>
                        <a:pt x="604" y="650"/>
                        <a:pt x="580" y="681"/>
                      </a:cubicBezTo>
                      <a:cubicBezTo>
                        <a:pt x="557" y="670"/>
                        <a:pt x="535" y="658"/>
                        <a:pt x="512" y="646"/>
                      </a:cubicBezTo>
                      <a:cubicBezTo>
                        <a:pt x="488" y="633"/>
                        <a:pt x="465" y="617"/>
                        <a:pt x="442" y="601"/>
                      </a:cubicBezTo>
                      <a:cubicBezTo>
                        <a:pt x="457" y="565"/>
                        <a:pt x="475" y="527"/>
                        <a:pt x="496" y="491"/>
                      </a:cubicBezTo>
                      <a:cubicBezTo>
                        <a:pt x="536" y="420"/>
                        <a:pt x="576" y="363"/>
                        <a:pt x="612" y="325"/>
                      </a:cubicBezTo>
                      <a:cubicBezTo>
                        <a:pt x="631" y="338"/>
                        <a:pt x="650" y="351"/>
                        <a:pt x="671" y="363"/>
                      </a:cubicBezTo>
                      <a:cubicBezTo>
                        <a:pt x="691" y="375"/>
                        <a:pt x="712" y="384"/>
                        <a:pt x="734" y="395"/>
                      </a:cubicBezTo>
                      <a:close/>
                      <a:moveTo>
                        <a:pt x="560" y="707"/>
                      </a:moveTo>
                      <a:cubicBezTo>
                        <a:pt x="486" y="797"/>
                        <a:pt x="410" y="858"/>
                        <a:pt x="392" y="848"/>
                      </a:cubicBezTo>
                      <a:cubicBezTo>
                        <a:pt x="375" y="838"/>
                        <a:pt x="389" y="742"/>
                        <a:pt x="430" y="632"/>
                      </a:cubicBezTo>
                      <a:cubicBezTo>
                        <a:pt x="451" y="645"/>
                        <a:pt x="472" y="659"/>
                        <a:pt x="494" y="672"/>
                      </a:cubicBezTo>
                      <a:cubicBezTo>
                        <a:pt x="516" y="685"/>
                        <a:pt x="538" y="695"/>
                        <a:pt x="560" y="707"/>
                      </a:cubicBezTo>
                      <a:close/>
                      <a:moveTo>
                        <a:pt x="294" y="149"/>
                      </a:moveTo>
                      <a:lnTo>
                        <a:pt x="482" y="149"/>
                      </a:lnTo>
                      <a:lnTo>
                        <a:pt x="482" y="193"/>
                      </a:lnTo>
                      <a:lnTo>
                        <a:pt x="294" y="193"/>
                      </a:lnTo>
                      <a:lnTo>
                        <a:pt x="294" y="149"/>
                      </a:lnTo>
                      <a:close/>
                      <a:moveTo>
                        <a:pt x="148" y="437"/>
                      </a:moveTo>
                      <a:lnTo>
                        <a:pt x="258" y="437"/>
                      </a:lnTo>
                      <a:lnTo>
                        <a:pt x="258" y="480"/>
                      </a:lnTo>
                      <a:lnTo>
                        <a:pt x="148" y="480"/>
                      </a:lnTo>
                      <a:lnTo>
                        <a:pt x="148" y="437"/>
                      </a:lnTo>
                      <a:close/>
                      <a:moveTo>
                        <a:pt x="148" y="337"/>
                      </a:moveTo>
                      <a:lnTo>
                        <a:pt x="482" y="337"/>
                      </a:lnTo>
                      <a:lnTo>
                        <a:pt x="482" y="381"/>
                      </a:lnTo>
                      <a:lnTo>
                        <a:pt x="148" y="381"/>
                      </a:lnTo>
                      <a:lnTo>
                        <a:pt x="148" y="337"/>
                      </a:lnTo>
                      <a:close/>
                      <a:moveTo>
                        <a:pt x="148" y="245"/>
                      </a:moveTo>
                      <a:lnTo>
                        <a:pt x="482" y="245"/>
                      </a:lnTo>
                      <a:lnTo>
                        <a:pt x="482" y="288"/>
                      </a:lnTo>
                      <a:lnTo>
                        <a:pt x="148" y="288"/>
                      </a:lnTo>
                      <a:lnTo>
                        <a:pt x="148" y="245"/>
                      </a:lnTo>
                      <a:close/>
                      <a:moveTo>
                        <a:pt x="111" y="187"/>
                      </a:moveTo>
                      <a:lnTo>
                        <a:pt x="193" y="187"/>
                      </a:lnTo>
                      <a:cubicBezTo>
                        <a:pt x="201" y="187"/>
                        <a:pt x="208" y="181"/>
                        <a:pt x="208" y="173"/>
                      </a:cubicBezTo>
                      <a:lnTo>
                        <a:pt x="208" y="91"/>
                      </a:lnTo>
                      <a:lnTo>
                        <a:pt x="111" y="1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9" name="Rectangle 14"/>
              <p:cNvSpPr>
                <a:spLocks noChangeArrowheads="1"/>
              </p:cNvSpPr>
              <p:nvPr/>
            </p:nvSpPr>
            <p:spPr bwMode="auto">
              <a:xfrm>
                <a:off x="5581874" y="2234939"/>
                <a:ext cx="706755" cy="294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4</a:t>
                </a:r>
                <a:endParaRPr lang="en-US" altLang="zh-CN" sz="16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80" name="TextBox 59"/>
              <p:cNvSpPr txBox="1">
                <a:spLocks noChangeArrowheads="1"/>
              </p:cNvSpPr>
              <p:nvPr/>
            </p:nvSpPr>
            <p:spPr bwMode="auto">
              <a:xfrm>
                <a:off x="6051811" y="1946649"/>
                <a:ext cx="4813300" cy="822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    	</a:t>
                </a:r>
                <a:r>
                  <a:rPr lang="zh-CN" altLang="en-US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未来</a:t>
                </a:r>
                <a:r>
                  <a:rPr lang="zh-CN" altLang="en-US" sz="3200" b="1" dirty="0">
                    <a:solidFill>
                      <a:srgbClr val="313D51"/>
                    </a:solidFill>
                    <a:latin typeface="+mn-lt"/>
                    <a:ea typeface="+mn-ea"/>
                    <a:cs typeface="+mn-ea"/>
                    <a:sym typeface="+mn-lt"/>
                  </a:rPr>
                  <a:t>展望</a:t>
                </a:r>
                <a:endParaRPr lang="zh-CN" altLang="en-US" sz="3200" b="1" dirty="0">
                  <a:solidFill>
                    <a:srgbClr val="313D5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 flipH="1">
              <a:off x="6433491" y="2147214"/>
              <a:ext cx="4171535" cy="80892"/>
              <a:chOff x="2272062" y="2596259"/>
              <a:chExt cx="4173708" cy="80934"/>
            </a:xfrm>
          </p:grpSpPr>
          <p:cxnSp>
            <p:nvCxnSpPr>
              <p:cNvPr id="76" name="直接连接符 75"/>
              <p:cNvCxnSpPr/>
              <p:nvPr/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77" name="矩形 76"/>
              <p:cNvSpPr/>
              <p:nvPr/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244C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58813" y="258246"/>
            <a:ext cx="576262" cy="576262"/>
            <a:chOff x="416756" y="345952"/>
            <a:chExt cx="576262" cy="576262"/>
          </a:xfrm>
        </p:grpSpPr>
        <p:sp>
          <p:nvSpPr>
            <p:cNvPr id="28" name="圆角矩形 10"/>
            <p:cNvSpPr>
              <a:spLocks noChangeArrowheads="1"/>
            </p:cNvSpPr>
            <p:nvPr/>
          </p:nvSpPr>
          <p:spPr bwMode="auto">
            <a:xfrm>
              <a:off x="416756" y="345952"/>
              <a:ext cx="576262" cy="576262"/>
            </a:xfrm>
            <a:prstGeom prst="roundRect">
              <a:avLst>
                <a:gd name="adj" fmla="val 16667"/>
              </a:avLst>
            </a:prstGeom>
            <a:solidFill>
              <a:srgbClr val="244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548762" y="466597"/>
              <a:ext cx="312249" cy="334972"/>
            </a:xfrm>
            <a:custGeom>
              <a:avLst/>
              <a:gdLst>
                <a:gd name="T0" fmla="*/ 2147483646 w 812"/>
                <a:gd name="T1" fmla="*/ 0 h 858"/>
                <a:gd name="T2" fmla="*/ 2147483646 w 812"/>
                <a:gd name="T3" fmla="*/ 2147483646 h 858"/>
                <a:gd name="T4" fmla="*/ 2147483646 w 812"/>
                <a:gd name="T5" fmla="*/ 2147483646 h 858"/>
                <a:gd name="T6" fmla="*/ 2147483646 w 812"/>
                <a:gd name="T7" fmla="*/ 2147483646 h 858"/>
                <a:gd name="T8" fmla="*/ 2147483646 w 812"/>
                <a:gd name="T9" fmla="*/ 2147483646 h 858"/>
                <a:gd name="T10" fmla="*/ 2147483646 w 812"/>
                <a:gd name="T11" fmla="*/ 2147483646 h 858"/>
                <a:gd name="T12" fmla="*/ 2147483646 w 812"/>
                <a:gd name="T13" fmla="*/ 2147483646 h 858"/>
                <a:gd name="T14" fmla="*/ 2147483646 w 812"/>
                <a:gd name="T15" fmla="*/ 2147483646 h 858"/>
                <a:gd name="T16" fmla="*/ 0 w 812"/>
                <a:gd name="T17" fmla="*/ 2147483646 h 858"/>
                <a:gd name="T18" fmla="*/ 2147483646 w 812"/>
                <a:gd name="T19" fmla="*/ 2147483646 h 858"/>
                <a:gd name="T20" fmla="*/ 2147483646 w 812"/>
                <a:gd name="T21" fmla="*/ 2147483646 h 858"/>
                <a:gd name="T22" fmla="*/ 2147483646 w 812"/>
                <a:gd name="T23" fmla="*/ 2147483646 h 858"/>
                <a:gd name="T24" fmla="*/ 2147483646 w 812"/>
                <a:gd name="T25" fmla="*/ 2147483646 h 858"/>
                <a:gd name="T26" fmla="*/ 2147483646 w 812"/>
                <a:gd name="T27" fmla="*/ 2147483646 h 858"/>
                <a:gd name="T28" fmla="*/ 2147483646 w 812"/>
                <a:gd name="T29" fmla="*/ 2147483646 h 858"/>
                <a:gd name="T30" fmla="*/ 2147483646 w 812"/>
                <a:gd name="T31" fmla="*/ 2147483646 h 858"/>
                <a:gd name="T32" fmla="*/ 2147483646 w 812"/>
                <a:gd name="T33" fmla="*/ 2147483646 h 858"/>
                <a:gd name="T34" fmla="*/ 2147483646 w 812"/>
                <a:gd name="T35" fmla="*/ 2147483646 h 858"/>
                <a:gd name="T36" fmla="*/ 2147483646 w 812"/>
                <a:gd name="T37" fmla="*/ 2147483646 h 858"/>
                <a:gd name="T38" fmla="*/ 2147483646 w 812"/>
                <a:gd name="T39" fmla="*/ 2147483646 h 858"/>
                <a:gd name="T40" fmla="*/ 2147483646 w 812"/>
                <a:gd name="T41" fmla="*/ 2147483646 h 858"/>
                <a:gd name="T42" fmla="*/ 2147483646 w 812"/>
                <a:gd name="T43" fmla="*/ 2147483646 h 858"/>
                <a:gd name="T44" fmla="*/ 2147483646 w 812"/>
                <a:gd name="T45" fmla="*/ 2147483646 h 858"/>
                <a:gd name="T46" fmla="*/ 2147483646 w 812"/>
                <a:gd name="T47" fmla="*/ 2147483646 h 858"/>
                <a:gd name="T48" fmla="*/ 2147483646 w 812"/>
                <a:gd name="T49" fmla="*/ 2147483646 h 858"/>
                <a:gd name="T50" fmla="*/ 2147483646 w 812"/>
                <a:gd name="T51" fmla="*/ 2147483646 h 858"/>
                <a:gd name="T52" fmla="*/ 2147483646 w 812"/>
                <a:gd name="T53" fmla="*/ 2147483646 h 858"/>
                <a:gd name="T54" fmla="*/ 2147483646 w 812"/>
                <a:gd name="T55" fmla="*/ 2147483646 h 858"/>
                <a:gd name="T56" fmla="*/ 2147483646 w 812"/>
                <a:gd name="T57" fmla="*/ 2147483646 h 858"/>
                <a:gd name="T58" fmla="*/ 2147483646 w 812"/>
                <a:gd name="T59" fmla="*/ 2147483646 h 858"/>
                <a:gd name="T60" fmla="*/ 2147483646 w 812"/>
                <a:gd name="T61" fmla="*/ 2147483646 h 858"/>
                <a:gd name="T62" fmla="*/ 2147483646 w 812"/>
                <a:gd name="T63" fmla="*/ 2147483646 h 858"/>
                <a:gd name="T64" fmla="*/ 2147483646 w 812"/>
                <a:gd name="T65" fmla="*/ 2147483646 h 858"/>
                <a:gd name="T66" fmla="*/ 2147483646 w 812"/>
                <a:gd name="T67" fmla="*/ 2147483646 h 858"/>
                <a:gd name="T68" fmla="*/ 2147483646 w 812"/>
                <a:gd name="T69" fmla="*/ 2147483646 h 8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12" h="858">
                  <a:moveTo>
                    <a:pt x="179" y="0"/>
                  </a:moveTo>
                  <a:lnTo>
                    <a:pt x="507" y="0"/>
                  </a:lnTo>
                  <a:cubicBezTo>
                    <a:pt x="569" y="0"/>
                    <a:pt x="620" y="51"/>
                    <a:pt x="620" y="113"/>
                  </a:cubicBezTo>
                  <a:lnTo>
                    <a:pt x="620" y="264"/>
                  </a:lnTo>
                  <a:cubicBezTo>
                    <a:pt x="584" y="292"/>
                    <a:pt x="563" y="318"/>
                    <a:pt x="535" y="356"/>
                  </a:cubicBezTo>
                  <a:lnTo>
                    <a:pt x="535" y="113"/>
                  </a:lnTo>
                  <a:cubicBezTo>
                    <a:pt x="535" y="98"/>
                    <a:pt x="522" y="85"/>
                    <a:pt x="507" y="85"/>
                  </a:cubicBezTo>
                  <a:lnTo>
                    <a:pt x="247" y="85"/>
                  </a:lnTo>
                  <a:lnTo>
                    <a:pt x="247" y="204"/>
                  </a:lnTo>
                  <a:cubicBezTo>
                    <a:pt x="247" y="216"/>
                    <a:pt x="237" y="226"/>
                    <a:pt x="225" y="226"/>
                  </a:cubicBezTo>
                  <a:lnTo>
                    <a:pt x="86" y="226"/>
                  </a:lnTo>
                  <a:lnTo>
                    <a:pt x="86" y="643"/>
                  </a:lnTo>
                  <a:cubicBezTo>
                    <a:pt x="86" y="658"/>
                    <a:pt x="98" y="670"/>
                    <a:pt x="113" y="670"/>
                  </a:cubicBezTo>
                  <a:lnTo>
                    <a:pt x="375" y="670"/>
                  </a:lnTo>
                  <a:cubicBezTo>
                    <a:pt x="366" y="699"/>
                    <a:pt x="358" y="727"/>
                    <a:pt x="353" y="756"/>
                  </a:cubicBezTo>
                  <a:lnTo>
                    <a:pt x="113" y="756"/>
                  </a:lnTo>
                  <a:cubicBezTo>
                    <a:pt x="51" y="756"/>
                    <a:pt x="0" y="705"/>
                    <a:pt x="0" y="643"/>
                  </a:cubicBezTo>
                  <a:lnTo>
                    <a:pt x="0" y="178"/>
                  </a:lnTo>
                  <a:lnTo>
                    <a:pt x="179" y="0"/>
                  </a:lnTo>
                  <a:close/>
                  <a:moveTo>
                    <a:pt x="721" y="277"/>
                  </a:moveTo>
                  <a:cubicBezTo>
                    <a:pt x="733" y="283"/>
                    <a:pt x="740" y="295"/>
                    <a:pt x="743" y="310"/>
                  </a:cubicBezTo>
                  <a:cubicBezTo>
                    <a:pt x="765" y="316"/>
                    <a:pt x="786" y="330"/>
                    <a:pt x="802" y="358"/>
                  </a:cubicBezTo>
                  <a:cubicBezTo>
                    <a:pt x="812" y="382"/>
                    <a:pt x="808" y="417"/>
                    <a:pt x="794" y="442"/>
                  </a:cubicBezTo>
                  <a:cubicBezTo>
                    <a:pt x="770" y="487"/>
                    <a:pt x="736" y="543"/>
                    <a:pt x="707" y="588"/>
                  </a:cubicBezTo>
                  <a:cubicBezTo>
                    <a:pt x="688" y="595"/>
                    <a:pt x="692" y="556"/>
                    <a:pt x="699" y="546"/>
                  </a:cubicBezTo>
                  <a:cubicBezTo>
                    <a:pt x="723" y="510"/>
                    <a:pt x="743" y="477"/>
                    <a:pt x="762" y="413"/>
                  </a:cubicBezTo>
                  <a:cubicBezTo>
                    <a:pt x="766" y="382"/>
                    <a:pt x="752" y="368"/>
                    <a:pt x="743" y="355"/>
                  </a:cubicBezTo>
                  <a:cubicBezTo>
                    <a:pt x="742" y="358"/>
                    <a:pt x="742" y="360"/>
                    <a:pt x="741" y="363"/>
                  </a:cubicBezTo>
                  <a:cubicBezTo>
                    <a:pt x="723" y="355"/>
                    <a:pt x="706" y="346"/>
                    <a:pt x="688" y="337"/>
                  </a:cubicBezTo>
                  <a:cubicBezTo>
                    <a:pt x="670" y="327"/>
                    <a:pt x="653" y="314"/>
                    <a:pt x="636" y="302"/>
                  </a:cubicBezTo>
                  <a:cubicBezTo>
                    <a:pt x="669" y="274"/>
                    <a:pt x="698" y="264"/>
                    <a:pt x="721" y="277"/>
                  </a:cubicBezTo>
                  <a:close/>
                  <a:moveTo>
                    <a:pt x="734" y="395"/>
                  </a:moveTo>
                  <a:cubicBezTo>
                    <a:pt x="719" y="445"/>
                    <a:pt x="690" y="508"/>
                    <a:pt x="649" y="579"/>
                  </a:cubicBezTo>
                  <a:cubicBezTo>
                    <a:pt x="628" y="615"/>
                    <a:pt x="604" y="650"/>
                    <a:pt x="580" y="681"/>
                  </a:cubicBezTo>
                  <a:cubicBezTo>
                    <a:pt x="557" y="670"/>
                    <a:pt x="535" y="658"/>
                    <a:pt x="512" y="646"/>
                  </a:cubicBezTo>
                  <a:cubicBezTo>
                    <a:pt x="488" y="633"/>
                    <a:pt x="465" y="617"/>
                    <a:pt x="442" y="601"/>
                  </a:cubicBezTo>
                  <a:cubicBezTo>
                    <a:pt x="457" y="565"/>
                    <a:pt x="475" y="527"/>
                    <a:pt x="496" y="491"/>
                  </a:cubicBezTo>
                  <a:cubicBezTo>
                    <a:pt x="536" y="420"/>
                    <a:pt x="576" y="363"/>
                    <a:pt x="612" y="325"/>
                  </a:cubicBezTo>
                  <a:cubicBezTo>
                    <a:pt x="631" y="338"/>
                    <a:pt x="650" y="351"/>
                    <a:pt x="671" y="363"/>
                  </a:cubicBezTo>
                  <a:cubicBezTo>
                    <a:pt x="691" y="375"/>
                    <a:pt x="712" y="384"/>
                    <a:pt x="734" y="395"/>
                  </a:cubicBezTo>
                  <a:close/>
                  <a:moveTo>
                    <a:pt x="560" y="707"/>
                  </a:moveTo>
                  <a:cubicBezTo>
                    <a:pt x="486" y="797"/>
                    <a:pt x="410" y="858"/>
                    <a:pt x="392" y="848"/>
                  </a:cubicBezTo>
                  <a:cubicBezTo>
                    <a:pt x="375" y="838"/>
                    <a:pt x="389" y="742"/>
                    <a:pt x="430" y="632"/>
                  </a:cubicBezTo>
                  <a:cubicBezTo>
                    <a:pt x="451" y="645"/>
                    <a:pt x="472" y="659"/>
                    <a:pt x="494" y="672"/>
                  </a:cubicBezTo>
                  <a:cubicBezTo>
                    <a:pt x="516" y="685"/>
                    <a:pt x="538" y="695"/>
                    <a:pt x="560" y="707"/>
                  </a:cubicBezTo>
                  <a:close/>
                  <a:moveTo>
                    <a:pt x="294" y="149"/>
                  </a:moveTo>
                  <a:lnTo>
                    <a:pt x="482" y="149"/>
                  </a:lnTo>
                  <a:lnTo>
                    <a:pt x="482" y="193"/>
                  </a:lnTo>
                  <a:lnTo>
                    <a:pt x="294" y="193"/>
                  </a:lnTo>
                  <a:lnTo>
                    <a:pt x="294" y="149"/>
                  </a:lnTo>
                  <a:close/>
                  <a:moveTo>
                    <a:pt x="148" y="437"/>
                  </a:moveTo>
                  <a:lnTo>
                    <a:pt x="258" y="437"/>
                  </a:lnTo>
                  <a:lnTo>
                    <a:pt x="258" y="480"/>
                  </a:lnTo>
                  <a:lnTo>
                    <a:pt x="148" y="480"/>
                  </a:lnTo>
                  <a:lnTo>
                    <a:pt x="148" y="437"/>
                  </a:lnTo>
                  <a:close/>
                  <a:moveTo>
                    <a:pt x="148" y="337"/>
                  </a:moveTo>
                  <a:lnTo>
                    <a:pt x="482" y="337"/>
                  </a:lnTo>
                  <a:lnTo>
                    <a:pt x="482" y="381"/>
                  </a:lnTo>
                  <a:lnTo>
                    <a:pt x="148" y="381"/>
                  </a:lnTo>
                  <a:lnTo>
                    <a:pt x="148" y="337"/>
                  </a:lnTo>
                  <a:close/>
                  <a:moveTo>
                    <a:pt x="148" y="245"/>
                  </a:moveTo>
                  <a:lnTo>
                    <a:pt x="482" y="245"/>
                  </a:lnTo>
                  <a:lnTo>
                    <a:pt x="482" y="288"/>
                  </a:lnTo>
                  <a:lnTo>
                    <a:pt x="148" y="288"/>
                  </a:lnTo>
                  <a:lnTo>
                    <a:pt x="148" y="245"/>
                  </a:lnTo>
                  <a:close/>
                  <a:moveTo>
                    <a:pt x="111" y="187"/>
                  </a:moveTo>
                  <a:lnTo>
                    <a:pt x="193" y="187"/>
                  </a:lnTo>
                  <a:cubicBezTo>
                    <a:pt x="201" y="187"/>
                    <a:pt x="208" y="181"/>
                    <a:pt x="208" y="173"/>
                  </a:cubicBezTo>
                  <a:lnTo>
                    <a:pt x="208" y="91"/>
                  </a:lnTo>
                  <a:lnTo>
                    <a:pt x="111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TextBox 59"/>
          <p:cNvSpPr txBox="1">
            <a:spLocks noChangeArrowheads="1"/>
          </p:cNvSpPr>
          <p:nvPr/>
        </p:nvSpPr>
        <p:spPr bwMode="auto">
          <a:xfrm>
            <a:off x="1339054" y="264177"/>
            <a:ext cx="2940050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未来</a:t>
            </a:r>
            <a:r>
              <a:rPr lang="zh-CN" altLang="en-US" sz="2400" b="1" dirty="0">
                <a:solidFill>
                  <a:srgbClr val="313D51"/>
                </a:solidFill>
                <a:latin typeface="+mn-lt"/>
                <a:ea typeface="+mn-ea"/>
                <a:cs typeface="+mn-ea"/>
                <a:sym typeface="+mn-lt"/>
              </a:rPr>
              <a:t>展望</a:t>
            </a:r>
            <a:endParaRPr lang="zh-CN" altLang="en-US" sz="2400" b="1" dirty="0">
              <a:solidFill>
                <a:srgbClr val="313D5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421503" y="801950"/>
            <a:ext cx="4171536" cy="45719"/>
            <a:chOff x="6956001" y="1968700"/>
            <a:chExt cx="4171536" cy="45719"/>
          </a:xfrm>
        </p:grpSpPr>
        <p:cxnSp>
          <p:nvCxnSpPr>
            <p:cNvPr id="31" name="直接连接符 30"/>
            <p:cNvCxnSpPr/>
            <p:nvPr/>
          </p:nvCxnSpPr>
          <p:spPr>
            <a:xfrm flipH="1">
              <a:off x="6970986" y="2009999"/>
              <a:ext cx="4156551" cy="0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32" name="矩形 31"/>
            <p:cNvSpPr/>
            <p:nvPr/>
          </p:nvSpPr>
          <p:spPr>
            <a:xfrm flipH="1">
              <a:off x="6956001" y="1968700"/>
              <a:ext cx="950535" cy="45719"/>
            </a:xfrm>
            <a:prstGeom prst="rect">
              <a:avLst/>
            </a:prstGeom>
            <a:solidFill>
              <a:srgbClr val="244C8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3765">
                <a:lnSpc>
                  <a:spcPct val="120000"/>
                </a:lnSpc>
                <a:defRPr/>
              </a:pPr>
              <a:endParaRPr lang="zh-CN" altLang="en-US" sz="1800" kern="0">
                <a:solidFill>
                  <a:srgbClr val="313D5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066415" y="1469390"/>
            <a:ext cx="413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8360" y="1036320"/>
            <a:ext cx="6681470" cy="51803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02995" y="1527175"/>
            <a:ext cx="312928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4400"/>
              <a:t>可以将</a:t>
            </a:r>
            <a:r>
              <a:rPr lang="en-US" altLang="zh-CN" sz="4400"/>
              <a:t>TSP</a:t>
            </a:r>
            <a:r>
              <a:rPr lang="zh-CN" altLang="en-US" sz="4400"/>
              <a:t>问题松弛</a:t>
            </a:r>
            <a:r>
              <a:rPr lang="en-US" altLang="zh-CN" sz="4400"/>
              <a:t>(AP)</a:t>
            </a:r>
            <a:r>
              <a:rPr lang="zh-CN" altLang="en-US" sz="4400"/>
              <a:t>问题后得到初始解更优。</a:t>
            </a:r>
            <a:endParaRPr lang="zh-CN" altLang="en-US" sz="4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ISPRING_ULTRA_SCORM_COURSE_ID" val="7A251DB4-07BE-47B3-8E91-FE7746FF9ADF"/>
  <p:tag name="ISPRING_SCORM_RATE_SLIDES" val="1"/>
  <p:tag name="ISPRING_SCORM_PASSING_SCORE" val="100.0000000000"/>
  <p:tag name="ISPRINGONLINEFOLDERID" val="0"/>
  <p:tag name="ISPRINGONLINEFOLDERPATH" val="Content List"/>
  <p:tag name="ISPRINGCLOUDFOLDERID" val="0"/>
  <p:tag name="ISPRINGCLOUDFOLDERPATH" val="Repository"/>
  <p:tag name="ISPRING_RESOURCE_PATHS_HASH_PRESENTER" val="dda1421ddb3ffb98a498c34c1cc89e982539480"/>
  <p:tag name="ISPRING_PRESENTATION_TITLE" val="毕业论文答辩PPT-13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wQUAAIACACBerJKWn+5mToEAADhDgAAHQAAAHVuaXZlcnNhbC9jb21tb25fbWVzc2FnZXMubG5nrVf/bts2EP6/QN+BEFBgA7a0HdCiGBIHtMTYQmTJleg42Q8IjMTYRCgxkyi32V99mj7YnmRHym7spoOkdIBtmLTvu9Pdd9+Rx6cfC4k2vKqFKk+c10evHMTLTOWiXJ04C3r28zsH1ZqVOZOq5CdOqRx0Onr+7FiyctWwFYfvz58hdFzwuoZlPTKrhzUS+YkzH6duNJvj8CoNokmUjv2JM3JVccfKexSolfqj+uGXt+8+vn7z9sfjl1vLPkDJDAfBIRSySG9e9QAKaRwFKaCRIA3JJXVG5nOYXbSggR8SZ7T9Msx6HpMLZ2Q+O+0WcUxCmiaB75HUT9IwojYXAaHEc0ZXqkFrtuFIK7QR/APSaw6V1KLiqJYitz9kCjbKhnc586IZ9sM0JgmNfZf6UeiMElVV9z9ZWNbotarAXY1yUbNryXPrEzhjf7+reA2umQZOIXjptYB/qoKJ8qjTdYyXfjhJaRQFSUpCb7fjjEiZI69ixs1AlBgnJAaAitW8eoJtallmzRGWchjC1J9MA3hTE8JUrNYS3npoHHMCNZjzsssKOEJiYFeSLKPYM0kDV4ihO1bXH1SVH/Bjv1BdwH7oRkBBl+6BU4OxA4YaC1COquKZ7gKbkSTBE5KOo0sgMvRdNMQiOod2Ox9icUUSaBGSdNmE+MKfYEN402I7/u/6K2OGzvIesSwDO5O+jVBNDTsmpdAFttPqYV4S8n4BVfNx8I0ubgEhsbZeK7HhEEKVd7MHNMUlnuHP+4X/W3qG/YB4KRDKi5YptWJnnDGQh1JpxKRU5gHAL8s3rMw4uuYZa4Dw9/C3XOT2b6bYNpK/GvE3YnorLS+2qhR65PLF0cDQDoTscYRFU0N4WvPiTne53gv/KVEYYv9nCH0efaD/pG3WsQ8dMBaqvwUBeTaCBIoq+1v54Rk4mrc9D6LglzcDfIbRFiBU6KkYF5CqgxAuIIUD7JdknPgUhu2SX9dCd84xW9m2QN8uagYHB8k1fyjsNb9R0BOSs007zkDWbKU7C7o3LQ+0h/o0gJBDAFy1IxEgpSgg/rwH5mJGdhloJePgSZaqkbltUSlurWxAbpuCP57DN5Uq7K5k9Y68rWqdfk8U7cPFrdP5gHmSEBy709TFoUvMEc40jexpBFw0MQU0SQM8NuZAyoLpbA1aeaOaMu8J1J7CPHKGAWyb0oSzKlv/8+lzT4yvIml30Xb310Eg0GFGiMgXsN9DpXn9ZxcIxeNDO7voY7U9te7seh5iqQ90+F9Oh6zV9EIVsHXU7RfYti0aphS70xkQMrH8U02VdY/efYQZjs9BVOz5yhnNWHULikSVkoNQbKoNAfUw7w8Xh0ZLUfIhtt+n6eaBqT9PsefZWxQ0nxTZbTu8cjgrZtvrlITrVF8wd4pDELyv8Hgu9EBAOyN28gKN3q4f2nzzeGR8WdX2Mnr8cu9u+i9QSwMEFAACAAgAgXqySgn+cEwJAwAAtQoAACcAAAB1bml2ZXJzYWwvZmxhc2hfcHVibGlzaGluZ19zZXR0aW5ncy54bWzVVt1SGjEUvucpMul4KYsWq2UWnI7A1FGBEdrqlRM2BzZjNtlusiBe9Wn6YH2SnmwEYbTOqnWm5QZyfr7znZ8cEh7eJJLMIDNCqybdqdYoARVpLtS0Sb+MutsHlBjLFGdSK2hSpSk5bFXCNB9LYeIhWIumhiCMMo3UNmlsbdoIgvl8XhUmzZxWy9wivqlGOgnSDAwoC1mQSrbAL7tIwdBWpUJI6EVnmucSiOBIQQnHjsmuZCamgTcbs+h6mulc8SMtdUay6bhJ39WKz9LGQ7VFAsolZ1oodGLbYJwLx4fJobgFEoOYxkh8v07JXHAbN+lu3aGgdfAQpcD2OTCHcqQxGWXv4BOwjDPL/NHHs3BjzVLgRXyhWCKiEWqIy79J26Orz5eDzvnpce/katTvn46OB55E4RNs4oTBZqAQCek8i2AVJ2TWsihG3ugzYdJAGKyLlmYTrTbIuTMZa4m1L7xwHpIx8B5LYK0bw2uhumi5Q8kEE5GLJv2UCSYpEZZJEa2cTT42Vtii/911S4JYOGdAzob0PryvThSzzMA6raXGuJpHrW86l5wsdE6kuAZiNcH88wR/xUDWm0MmmU4KKY6PJUYKjDgTMAd+WNT0DvBPgS4xRJKjJ05uKsH6CN9zcUvGMNEZ4gKb4YyjXBiPX30WcMqMuQdlS45bw9PjdufquNfuXGy5BBmfMRU9ExwbDklq3wKfYe5KYwgpNVZzDQIrE7HcQNEfLnhhVibN0rFjNiua7hpZgGK7BfLxmKiIcDSFyqEsYMQU0UouCIvwChk3QjOhc4MSPywe2ryIoHclQhVUp3iDMFjGISuDVtvZfV/f+7B/8LFRDX79+Ln9pNPdWhlI5qL5vXL05GJZLZeHdy4M3C54fDXYLP83N8PgvPO1TF17nYtRqW52hqXg+mWs+idlrM79KhusrbFSFHAPTf3Sw00kRSIs8L85Yi8Yk1f9g/gZe5sxecOcX3M1/puU/Wn1GNl4fYTBo88jp0mEEgkWwm3E1ZuqtVev4XvmUVWlgmibT81W5TdQSwMEFAACAAgAgXqyStqYtsO1AgAAVQoAACEAAAB1bml2ZXJzYWwvZmxhc2hfc2tpbl9zZXR0aW5ncy54bWyVVm1P4zAM/n6/Ytp9p/cKOqlMggESEnegA/E9bb02WppMiTtu//6cNKVJt25lEdLy+Hkcx7E9UrPmcvFpNktzJZR+BkQuS2ORDpvx4nKeNYhKnuVKIkg8k0rXTMwXn6/v7EoTxzylUlvQpPniPic0K5ZDf8yF+0yR+DN+Xtg1JshVvWFy96BKdZaxfF1q1ciCZHfuMyardhvQgsu1vcSvi+Xt6AGCG7xHqKOYvt/ZNU2y0WAM2JDOb+06qRIsAzEtwwNNf9Tx2w9kW244OtnVV7vGZBtWQpzk49HRw5D3DwsQ/iFRv53bNUoVbAf6Q87Vptl8SKBVaRMaa44/4rtGKFZQ+5Hg5otdJwX2Qvagk6/g0/Pjxq6A5L+GfZ/adtVKPNm8DgaCffRMwAJ1A2nS7VqbqdTbY4PUH7BYMWGIEEI96YmCfmKN6dzEWM/7C29cFqEvj/SUVyWaGpZtwIG7GO/5y+W1mxWh03csiFDD1oNBiD3YM/9QXveYAdgznwUv4FGK3X4EQ1Mr6h75mvnnPJ5/soJktC28tdt1VnvSg21dE4TqgY5TqwIWxobzwmuw75YmDmtDSvZiSiXb8pIhV/K35WU7dxmTJgODr7XDlZUiRwGHCs7FSGM6TJfbx/XorXFBtj8L/eXa/Qxpil/OGSLLq5p+lsx85nXUJpSYeXJYYeck0UHfy5UKNO7sMVHN9Br0i1Ji6jFSIZip7lXbXGP0NAlykCaHs5x6J4fSL5s6A31Lr8bBdFmOwZZY8bIS9IevHN6gGChGrK0UK/InGX+vywDwRQBM51VXte2mtdSNQC5gC13zB4C78tjdUkNVOlZwV/gAKwxLziOTatLPir5W4hkS4Af4rxRW5HhgmVD2yDLjbhZ1fjeG+1iiwdyNM1t84SRze19LkWOy72eQQPvv5H9QSwMEFAACAAgAgXqySnjWJgneAgAAxgkAACYAAAB1bml2ZXJzYWwvaHRtbF9wdWJsaXNoaW5nX3NldHRpbmdzLnhtbM1WwU4bMRC95yssVxzJAqWFRpugigSBoCQiaQsnNFk7WQuvvbW9CeHUr+mH9Us6XpOQCBotCKrmkux45s17M+PZxAe3mSQTbqzQqkm361uUcJVoJtS4Sb8Ojjb3KbEOFAOpFW9SpSk5aNXivBhKYdM+dw5dLUEYZRu5a9LUubwRRdPptC5sbvyploVDfFtPdBblhluuHDdRLmGGX26Wc0tbtRohcTB90ayQnAiGFJTw7EAeu0zSKHgNIbkZG10odqilNsSMh036bqv8zH0CUltkXHlttoVGb3YNYEx4OiD74o6TlItxirz3dimZCubSJt3Z9SjoHT1GKbGDBPAohxq1KHcPn3EHDByEx5DP8Vtn54ZgYjMFmUgGeEK8/CZtD66Pr3qdi7OT89PrQbd7NjjpBRJlTLSKE0eriWIkpAuT8EWeGJyDJEXeGDMCaXkcLZvmbiOtVsj5ZzLUEktfRlEyQqZy1qSfjQBJiXAgRbI4dWDG3B0JiRp87HZ9pBx9AAx6kxSM5cuJ5ifWVzFpfdeFZGSmCyLFDSdOE1RUZPgr5WS53GRkdFZaJVhHrBSMk4ngU84OyirdA/4t0RWmyAqMxFHMJXchw49C3JEhH2mDuBwmOLRoFzbg158FnIO1D6Aw57jRPztpd65Pztudyw0vENgEVPJMcGwhz3L3FviA2pXGFFJqrOYSBFYmgcLysj9MsNKtiszKuVOYlE33jSxBsd0C+QRMPEhwtIQqeFXABBTRSs4IJHgprB+hidCFRUsYlgBtX0QwhBKhSqpjXFCYzDBuqqBtbe+83/3wcW//U6Me/f75a3Nt0P2i6Enw2cKmOFy7Khbr4vGdiyN/Q5++7M4U/+qu9y4636pU6rxzOajUn06/Ely3ilf3tIrXRVhOvaXFVIkCbpZxWGO4W6TIhOPsNYfmBY1fv+XDWLxS499Qxdrx/X9FhKfFS33lLR5HT/7NqKF99b9Xq/YHUEsDBBQAAgAIAIF6skrb73U9lgEAAB8GAAAfAAAAdW5pdmVyc2FsL2h0bWxfc2tpbl9zZXR0aW5ncy5qc42Uy27CMBBF93xF5G4rRF+gdtcWkCqxqFR2VRdOGEKEY0e2k0IR/97Y4WE7kxbPBt8c3xkP8ux6Ub1IQqKnaGd/2/27v7caGE3LEq59nXXoudGJYtkC5lkOLONAAqQ6Hj3J+zOBGRNuTePth7FVjh8R5suSMuXiBWIhEU1hhysE/Ea0DXb45yT2nHs1d3IaHZdaC95PBNfAdZ8LmVPLkKuXqQn3igEsKpANOrALQZc0Ac90ZFcXeXZ8GJlwuUTkBeXbmUhFP6bJOpWi5IuGntrl0qttAbL+y9eHAh9HrxPPjmVKv2nIw8R3UxPdZCFBKTjkHU5MoDCjMbA/WxSgnnH7QgFdZSrTR/r5xoRLFzSFVpfaJdQNrb0u5TRsdEPcDk14BKNbkJdYiaIsLuGkSE1HWmi75yeUCbrIeNpw44EJlDPFGtuu7p0vej82QbwnJIIntMKeX941O0JQIaD2xtIxrwryzjA7hokcySEQDZtWFT5HdDhHzP4zIlRrmqzyejzUw7FuA5VrkHMhWF391391hrl6+19QSwMEFAACAAgAgXqySh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IF6skqw7V1XbgAAAHYAAAAcAAAAdW5pdmVyc2FsL2xvY2FsX3NldHRpbmdzLnhtbA3MPQ7CMAxA4b2nsLyXn42haTc2EBLlAFZjUCTHRomF4PZ4e8OnNy3fKvDh1otpwuPugMC6WS76SvhYz+MJoTtpJjHlhGoIyzxMYhvJnd0DdngL/bitXCOcr1RD3hp3ViePM4xwieezcMb9PPwBUEsDBBQAAgAIAIOZ9U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IF6skoXqeFBbwEAAPsCAAApAAAAdW5pdmVyc2FsL3NraW5fY3VzdG9taXphdGlvbl9zZXR0aW5ncy54bWyNUttq3DAQfc9XiPzAShrdDO6Cbi5+SUKykGd3rRbTRC6WQkvRx1dOsmy22dBqnmbOmTPM6LTp+xTtU8rz4/R7yNMc70LOU/yWthcItfv5YV5ulpBCTptj5X6K4/yzj1/ntVarKQ9xHJbRrmjaYtQ9P6SkVk7VjBlGkWSeeoWc57ZiDbgGbMUcJbbd/CXxoruEfYj5vGq7OUHfN/QxhSX3cQy/tnDKfgudbvB5Gcap8tJWsDXKYWpxbA3ECJfcF6oBQCDLHXG4SNlITZDHjGMoRlGggAjnpBGFSMqhZl0jqgrzjUBMMkZdoZ7WbqS1cdQWCQ0huk7zqrGl64zEGBFCgLnCBXQGo8qGqqFBrQcEBwZE0UYTBaiznelY8c4Ly5GiXmBcmDGA8fG4x+3enutY/e91Duf8h+DZLziLrt7anDFXu39alkrehccfD0MO6MuQQj9+ury59Xf+aqd3/fXV5as3n318YK6GrZt/6O8/UEsDBBQAAgAIAIJ6skqlSRcUvw0AAAIjAAAXAAAAdW5pdmVyc2FsL3VuaXZlcnNhbC5wbmftWmlYkunef8xOTqXZOpYZtGrnVC6hmaZQWdmmdaaZadxtXEkRFdeRpXKmTlPKlBXu2BkdZzIhRTEXoEVlTFyOTjAIirlAiqCGgsj2Pth0vrzX+/X9xIfn5rqX333/+W+//31d9+2L/r5Wq2xXAQBgdeb0iS8AYLkfAJgnf7YCHCFtdOOBP2aYL3yPA5RuuwmwszzmmN8xAKghrtZe+RvYX5l4OgADAGteGz8zNvrXSADYSTpz4tiXGaGyQdad+HQde3b78bU7Pru63GXlzpqze9LWLXv0m/afIevWH3N+2OAa+/jfOWU5J/fvvxG+bu2s75XHZTk5X2mttZeUGpyT6IKXasytmXYkXcE4QmX/YNGcWeoBw3Rz4sUt6dHK3+50sdJFONVIPS+0OWP84WVH7/k/LoFSATFxXUejIQcx92Qs1U17ayj87j5zcLguX/37YrqHa6ZG1jC60gwcGeAUjyXHfiAbtA6lRmDZ2/GWyCFa3ufLjMubikktM69WJ+0AO0erDEWksR+Mi8a/XQ62sTa7jMPNm5f2afsMbHsdT4HttTSXJfSddcYNQ+4aITITxAQxQUwQE8QEMUFMEBPEBDFBTBATxAQxQUwQE8QEMUFMkP93SEZFJRm/ODJOCmNmzAy/bNuKbkmaZUzjpm/DeHEUUXBPIxN5BFz5nub9ix87T9UWbJgddyKoT7EZmIGAmGpyt4aZLyWw2ToXyBwH1hPshV1wDuU7vA0WNQ4hs4zI2SlaD7yGpUW02am66RWoocJ+YUPEYgQH9R1HKTp+14KxOFk1uwo+If6uUubx1jIid9vv2MlL5KaFmVsILVN/j4gdGxmFGhYqiLipiOmg7sEC5NiACqp77wsNoDNCKIWB3Si6v+qxNe79vagqaFYzpInoldv5XJ5C1o45TCd7ZmUOERWbrob6rQBe+HXVCDzWnH9Exc9XJTU3iF2RgxjnBtm2lvCd7dly6YmrlPSB0kuclxIJwqDuNP9PHXYaRlZzNAPCsn4JgMMqaWSGtgmxLT1CqbM8F00mLPaT8ejEg9m3U4PuSsgE/fCLOG4RlSYvTjhQpGmz3BnNX8Q3J9yX7yKOHqR4DsZLiw1CUow6jcGOkkvS1bSIbs0a/OFlQOIpsQ2KytJ/h4Vn+vfR0RWp3R3CdqKa9MQF8oDyB+4eXUIXb8esCZVI7b7/pT++yyzds6zk8ufx1l9KWnI9EP7uGtyRa/kWXMuzYo0u/MqKSExQlwqTyEyguaUEVBZpXntmkHe0Kr/aQdYIJSPDUR4p0EZZFOfQ02kqKJaiCSF62zuWnfHDQAij0BK4pnCmXvTv2dXjN6CsrutuLBB4ojQH2jIuNh1XnRwoFQTmVUXcssP0MrxnvFv3+cEPY4qm0M1bHDk8nXMcM4y6rOBlu20gZ+ZKSfRTzWvL3UqqbYGBOUn3/niqCoNgyFPiMmpRRIHF7Kr65gy3LQAguQKX7vS+5eWL1DT0eUqic60go5Ki1k+HXqo2/7MuPg6fx9L5EQ5aTErfWgoZKYLqxx34a86iaQvriBJ8gKTAnzB4caQXN/ZH52FlCi+EdamcPRpymmQFHG1QnxzxIOR2hA5YBCFLMK7o/jMCwmqjfjlG/X4pBQ4dEAxA6xK6rn/Y7+6sDq8QyA2Y2PvdhM2Fdk4hhwBgsFudfSGvzpoOindV/zR5wMJ94+ixiR+FNsgs//o14f21UUPJSe9dYc4FPfdPk6NeDhY2/Blv8ZWgx7WAOXQDRicja90qw9DoLVLFqV+qFYGUxfN5VfJdlaHtNZUwVzNgWNgy13duNnPU45zmyr5qTHcodrbtOTRhe3t238PnOQTtKJR4OI3/9z5l8WT+4w7LE9yYsqmu6wuLQHcUwblzMF/n9To7VcBB1azYBXuQL4i6GRj3rP7mXkWqlQ1dylHH31oH+/VPCg0aHB+SDm3siuLoPtjzxs9sLdQu8li5uifklRO1ZsB7154sxL96uFl95biah1yPGOI7J1Q7aIj1DUlvw8eeRFWeFmCe8NW8QUDTcGq/FOWR5TBUJnwxJc3UdH7jc78+fsWmOH5LU8S8zOIl5fobz0ElPcg8d0Ix/+R6q1D+G1EQ2l4ssW21w4RQbIXF//CGWKtfWuMTZzUig344wvBJjJQ3ZJvSsGGZbsSGlYFWE/FzP/s+Ysxzg2wQGn6PIx6MvtAs+CiJpR3PkriI0LwtmFBaPFNOCnGQ3QH9NlXcxDmUIGjKpW1TiIxfx36yzl2EVo3mK0rgbDNBqjKB5vRoA0K0G1Twpuc5souRhLUpb2svlcvM5KHfedkrsmeoBF0cdooKum/M8aZ4AFjkxASUS+6wA3t8Vdzh8NKGX8ZHS9KHGpVYMel7GtZbVXL9ZWCMduICoWkqbnvSBiQhviKVQqOo0hJdsu+iglgL56PVlg/EGr64ngE7WkBXstNKGI0tHl2okhm1PeiPjtpDyiPDfxq1bC5kzGUEK4mqat0EPSwvhQ8AKZnyRskIpq0oX1IsPYrnPIsUcHsjs7YjzHNBPTiRcFZHlBKaSiDSKz+4Ci4ncZr6oxNrvWU1fXD+WWlwDKUnXxYk6+2NPHCB60kbhB0O8PlZlxgrE1UpB1Ec3C5ZXpwx5oYF+duepU79VxWOGraGG1jKtF+yzIfD+sBuL4kQ+ox6mcBRIWMPDuE1sk7mipUTWDq3yoluft+t7Axa4HFqwAEMNilnPoB7SBQde5CLD64UTb9OuuyT14guxyXnbLY+a4PdSjOn54ak/Vjn/WLwHJEdZcgQBXb283Ybgy6kT9FaVCgpxiQiLKYjrHzED9fRsFkXERa6CEJhKrwj7eKz0JJauHWU1SYlmu/x9acDC1Al0kMCd6qlh6srX2AN55bFxoc11qaCJ99Tdrh967U35D3qaUmdXfPURmTWtWYShNipn2XWP6qknjHaualcctu9vpQor7Z2CbGYjxt2ic53JsfU4qo6JjEzrHrcpg5bOoc3zy3O1LwJxF9Cko12hvGQFNWAnN/t45MnS8vlU2SZKNEjWGdD5+c+eQa3I+HSJbtiHqrv7AEt1OA0hFV0+WJHt4qeL7Q6wNfxzIacvCEk3Sgu7sCFTwYfzXH/y+CCy4VPX76oXTPJ23eKC1xBbM9PG7xuUJp/wQvCKAlXxPZ/Gbl5mxTzjZglkQ64S1kN0j2wxIL+6uv9SkXwo3oCVNUbKd+KJAfvAr3+b6L2qWvVEaSSnaieHbDN6i40HtMrfIYprHOc+fV/+Z4ajMTN5H1DrV6SlslrOITrFinKTcMqxXBAKTbtuzVUm/y07gKYH3n8BLby4c5Re5+8zB+6PKmyZ7EMN2Rj1eMOoXsfvPHUXYuK1cwcvlkQ2/EImNzHzoUtfmH3YDdmIAXyglDBjqi1n5uoYek1n1KBYvhl9gJ29htFseKJudLVNQBdvSXuJ2dRZYNkqieL8SpyKqw6+dLHWAOLl6wSHnkVRPO4I20racuPHH0BzoUblM9N63mBLFE9vwNK4dCnP3zcKAUrpz6b9PH/D7XI7K18KR9AHShGiGC2bWMZdGh5gUgnT7cxNo2veExl/cI3jbfnMrwi8UcpHamB+Lc93xt1M5e5OFHpBIFjN5NhkIg1XKptKGdtuD/NsNodtjyfefPvCt0OwXz0v54t2u4Vfj0A/eilA9PEzKLuufl/3Atg0q+g/WGaSKaItS2mpEd54EycodTzaKCY6ay6XYfIXQtSzSphe9reWsRnTVeNJDDVFZM/dWsnQSMQOerVPYTQwmlVJ+FDHjlYu8BG5FqMe6n7yq75VrDf+IEs+JV4D0Hhc/BA81+JzNNbJcTMeow2ntN8C3KNfIlrnHI3Lh0DMpoSr1eQEQfXqhVkg5aZPYUU9GsnL7OatNg83cRzaN9P/935I79SSWF4DzjaKwaJAK3Qza+iMm1Vr62MyWS9kcAZMufI8uypGsQgj6Wfz/AsxSJPv/i5L2Lcvm901rG8cwVQJpBSWRDykdKqTxwb2L0S3RlgjNV7GqOB8Jvvr6ll61Nu2qsu264HHXTJFC2rl3xECZagxXNqe5XfR4afB2vPdlyij5HifwcpPgZtUBarLfN0x5R6jF+LtwR/zmcZ5CFkn/vsMe2Fq467jOmGExNYLvlJshdl+DpQYscA6ThJg95h5N9GJ1DjFdY3dEaWGjJTYllhcOhyjW6aYLhnniQnuu4e/udETfIGBfzVXD62GPI6a5MZcDgC2orpczj2sY7K5LBXuEBSwsK4KVPox2C9qFZZnaQoqtE46QjIIbctxrz4+nkqoW2HmWG+ZBrrAP86YYQStt5D4k2657gVAB5ZWENaJXmSb+Gvd6FU3GL76ixH8SF/Ae7GZusman9j0flCcfUh5OH7HGR/JkAsVG0YajOUi72g/UvCYCR6tT3bTlWq2Jcgf0/6DZQFOh3ZwE8KU7+5PPJTZKa0usHxAi3MGrxEOPC0r2R2Fg5siKpUOhxLn8jFF9iOPpRPurenv3sgOk54tzrseYaiy13k7lzQsJ8jyOjzBCt+L76830XmkvCdUMDUuW/8v64oCU4tM8dDjTeTi5PJoR8G4qhtS+8rqh0le6aZmoTgpbXgVPIsy2AMqgvG2d5o8W7FdHLsQQN+4TW0fcOyTw87VEO9kXrdO2vCc+NbkJGzxsWSq+IdMBv1NOvOHYPZH+cFpe/cowTGiTMn/U9Qjoff+B9QSwMEFAACAAgAgnqyStIooFJKAAAAawAAABsAAAB1bml2ZXJzYWwvdW5pdmVyc2FsLnBuZy54bWyzsa/IzVEoSy0qzszPs1Uy1DNQsrfj5bIpKEoty0wtV6gAihnpGUCAkkIlKrc8M6UkAyhkYG6OEMxIzUzPKLFVsjCwgAvqA80EAFBLAQIAABQAAgAIAEOUV0cNwDEewAEAANoDAAAPAAAAAAAAAAEAAAAAAAAAAABub25lL3BsYXllci54bWxQSwECAAAUAAIACACBerJKWn+5mToEAADhDgAAHQAAAAAAAAABAAAAAADtAQAAdW5pdmVyc2FsL2NvbW1vbl9tZXNzYWdlcy5sbmdQSwECAAAUAAIACACBerJKCf5wTAkDAAC1CgAAJwAAAAAAAAABAAAAAABiBgAAdW5pdmVyc2FsL2ZsYXNoX3B1Ymxpc2hpbmdfc2V0dGluZ3MueG1sUEsBAgAAFAACAAgAgXqyStqYtsO1AgAAVQoAACEAAAAAAAAAAQAAAAAAsAkAAHVuaXZlcnNhbC9mbGFzaF9za2luX3NldHRpbmdzLnhtbFBLAQIAABQAAgAIAIF6skp41iYJ3gIAAMYJAAAmAAAAAAAAAAEAAAAAAKQMAAB1bml2ZXJzYWwvaHRtbF9wdWJsaXNoaW5nX3NldHRpbmdzLnhtbFBLAQIAABQAAgAIAIF6skrb73U9lgEAAB8GAAAfAAAAAAAAAAEAAAAAAMYPAAB1bml2ZXJzYWwvaHRtbF9za2luX3NldHRpbmdzLmpzUEsBAgAAFAACAAgAgXqyShra6juqAAAAHwEAABoAAAAAAAAAAQAAAAAAmREAAHVuaXZlcnNhbC9pMThuX3ByZXNldHMueG1sUEsBAgAAFAACAAgAgXqySrDtXVduAAAAdgAAABwAAAAAAAAAAQAAAAAAexIAAHVuaXZlcnNhbC9sb2NhbF9zZXR0aW5ncy54bWxQSwECAAAUAAIACACDmfVEzoIJN+wCAACICAAAFAAAAAAAAAABAAAAAAAjEwAAdW5pdmVyc2FsL3BsYXllci54bWxQSwECAAAUAAIACACBerJKF6nhQW8BAAD7AgAAKQAAAAAAAAABAAAAAABBFgAAdW5pdmVyc2FsL3NraW5fY3VzdG9taXphdGlvbl9zZXR0aW5ncy54bWxQSwECAAAUAAIACACCerJKpUkXFL8NAAACIwAAFwAAAAAAAAAAAAAAAAD3FwAAdW5pdmVyc2FsL3VuaXZlcnNhbC5wbmdQSwECAAAUAAIACACCerJK0iigUkoAAABrAAAAGwAAAAAAAAABAAAAAADrJQAAdW5pdmVyc2FsL3VuaXZlcnNhbC5wbmcueG1sUEsFBgAAAAAMAAwAhgMAAG4mAAAAAA==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commondata" val="eyJoZGlkIjoiMTIxNGVhMjE0Y2FiNzMyNWE4M2UwNTY4NmNlZmEzODYifQ=="/>
</p:tagLst>
</file>

<file path=ppt/theme/theme1.xml><?xml version="1.0" encoding="utf-8"?>
<a:theme xmlns:a="http://schemas.openxmlformats.org/drawingml/2006/main" name="51PPT模板网   www.51pptmoban.com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F0F2F4"/>
      </a:lt2>
      <a:accent1>
        <a:srgbClr val="D90944"/>
      </a:accent1>
      <a:accent2>
        <a:srgbClr val="243B7A"/>
      </a:accent2>
      <a:accent3>
        <a:srgbClr val="5188E1"/>
      </a:accent3>
      <a:accent4>
        <a:srgbClr val="F65083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gmltilbx">
      <a:majorFont>
        <a:latin typeface="Arial"/>
        <a:ea typeface="阿里巴巴普惠体 2.0 55 Regular"/>
        <a:cs typeface=""/>
      </a:majorFont>
      <a:minorFont>
        <a:latin typeface="Arial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WPS 演示</Application>
  <PresentationFormat>宽屏</PresentationFormat>
  <Paragraphs>90</Paragraphs>
  <Slides>14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思源黑体 CN Heavy</vt:lpstr>
      <vt:lpstr>黑体</vt:lpstr>
      <vt:lpstr>微软雅黑</vt:lpstr>
      <vt:lpstr>仿宋_GB2312</vt:lpstr>
      <vt:lpstr>仿宋</vt:lpstr>
      <vt:lpstr>阿里巴巴普惠体 2.0 55 Regular</vt:lpstr>
      <vt:lpstr>Segoe Print</vt:lpstr>
      <vt:lpstr>Arial Unicode MS</vt:lpstr>
      <vt:lpstr>Calibri</vt:lpstr>
      <vt:lpstr>51PPT模板网   www.51pptmoban.com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  <Manager>www.51pptmoban.com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翻开的书学术蓝简约实用毕业答辩开题报告ppt模板</dc:title>
  <dc:creator>51PPT模板网</dc:creator>
  <cp:keywords>www.51pptmoban.com</cp:keywords>
  <dc:description>www.51pptmoban.com</dc:description>
  <cp:lastModifiedBy>李小鞠  </cp:lastModifiedBy>
  <cp:revision>132</cp:revision>
  <dcterms:created xsi:type="dcterms:W3CDTF">2021-05-12T03:31:00Z</dcterms:created>
  <dcterms:modified xsi:type="dcterms:W3CDTF">2025-01-01T13:42:22Z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0F7FFCA8AD0F4352860FFE21AE9CAAC1_12</vt:lpwstr>
  </property>
  <property fmtid="{D5CDD505-2E9C-101B-9397-08002B2CF9AE}" pid="3" name="KSOProductBuildVer">
    <vt:lpwstr>2052-12.1.0.19302</vt:lpwstr>
  </property>
</Properties>
</file>